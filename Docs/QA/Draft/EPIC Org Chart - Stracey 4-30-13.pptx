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88" r:id="rId2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el" initials="MS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5D7"/>
    <a:srgbClr val="887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3" autoAdjust="0"/>
    <p:restoredTop sz="94574" autoAdjust="0"/>
  </p:normalViewPr>
  <p:slideViewPr>
    <p:cSldViewPr>
      <p:cViewPr>
        <p:scale>
          <a:sx n="80" d="100"/>
          <a:sy n="80" d="100"/>
        </p:scale>
        <p:origin x="-1286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2395" y="-77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5FE85-B16D-49AF-850D-2E6DC76E4B0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833B6F-F8F8-48EE-8156-FCDB587FD908}">
      <dgm:prSet phldrT="[Text]"/>
      <dgm:spPr/>
      <dgm:t>
        <a:bodyPr/>
        <a:lstStyle/>
        <a:p>
          <a:r>
            <a:rPr lang="en-US" dirty="0" smtClean="0"/>
            <a:t>Head of Regulatory Affairs</a:t>
          </a:r>
        </a:p>
        <a:p>
          <a:r>
            <a:rPr lang="en-US" smtClean="0"/>
            <a:t>(Open)</a:t>
          </a:r>
          <a:endParaRPr lang="en-US" dirty="0"/>
        </a:p>
      </dgm:t>
    </dgm:pt>
    <dgm:pt modelId="{D97218A8-3BBA-4C30-8993-0E94E755E64E}" type="parTrans" cxnId="{9C4CE6D9-7275-412E-83E8-E351BD7A1226}">
      <dgm:prSet/>
      <dgm:spPr/>
      <dgm:t>
        <a:bodyPr/>
        <a:lstStyle/>
        <a:p>
          <a:endParaRPr lang="en-US"/>
        </a:p>
      </dgm:t>
    </dgm:pt>
    <dgm:pt modelId="{9B9613D9-C823-4D92-8487-B43CF0610A74}" type="sibTrans" cxnId="{9C4CE6D9-7275-412E-83E8-E351BD7A1226}">
      <dgm:prSet/>
      <dgm:spPr/>
      <dgm:t>
        <a:bodyPr/>
        <a:lstStyle/>
        <a:p>
          <a:endParaRPr lang="en-US"/>
        </a:p>
      </dgm:t>
    </dgm:pt>
    <dgm:pt modelId="{6018F225-D1F0-4044-9C0E-F331C1238B61}">
      <dgm:prSet phldrT="[Text]"/>
      <dgm:spPr/>
      <dgm:t>
        <a:bodyPr/>
        <a:lstStyle/>
        <a:p>
          <a:r>
            <a:rPr lang="en-US" dirty="0" smtClean="0"/>
            <a:t>Operations Director</a:t>
          </a:r>
        </a:p>
        <a:p>
          <a:r>
            <a:rPr lang="en-US" dirty="0" smtClean="0"/>
            <a:t>(Ayres)</a:t>
          </a:r>
          <a:endParaRPr lang="en-US" dirty="0"/>
        </a:p>
      </dgm:t>
    </dgm:pt>
    <dgm:pt modelId="{B8E7883B-A62A-4E0C-A4AF-7DD0EA8FB8C4}" type="parTrans" cxnId="{F6BEFA64-FAA6-4901-B193-1456CA1A7BB6}">
      <dgm:prSet/>
      <dgm:spPr/>
      <dgm:t>
        <a:bodyPr/>
        <a:lstStyle/>
        <a:p>
          <a:endParaRPr lang="en-US"/>
        </a:p>
      </dgm:t>
    </dgm:pt>
    <dgm:pt modelId="{016D7AFC-C3F3-463E-B47A-12CB84D2A7FF}" type="sibTrans" cxnId="{F6BEFA64-FAA6-4901-B193-1456CA1A7BB6}">
      <dgm:prSet/>
      <dgm:spPr/>
      <dgm:t>
        <a:bodyPr/>
        <a:lstStyle/>
        <a:p>
          <a:endParaRPr lang="en-US"/>
        </a:p>
      </dgm:t>
    </dgm:pt>
    <dgm:pt modelId="{1EBF8045-1372-474F-86E7-9EBA47A01651}">
      <dgm:prSet/>
      <dgm:spPr/>
      <dgm:t>
        <a:bodyPr/>
        <a:lstStyle/>
        <a:p>
          <a:r>
            <a:rPr lang="en-US" dirty="0" smtClean="0"/>
            <a:t>Software Engineering</a:t>
          </a:r>
          <a:br>
            <a:rPr lang="en-US" dirty="0" smtClean="0"/>
          </a:br>
          <a:r>
            <a:rPr lang="en-US" dirty="0" smtClean="0"/>
            <a:t>(Kurth, Cullinan)</a:t>
          </a:r>
        </a:p>
      </dgm:t>
    </dgm:pt>
    <dgm:pt modelId="{0372A841-2851-46B2-AF42-6C74085248DB}" type="parTrans" cxnId="{D3BE689A-A84C-427D-820D-263AE19717C3}">
      <dgm:prSet/>
      <dgm:spPr/>
      <dgm:t>
        <a:bodyPr/>
        <a:lstStyle/>
        <a:p>
          <a:endParaRPr lang="en-US"/>
        </a:p>
      </dgm:t>
    </dgm:pt>
    <dgm:pt modelId="{5525C22C-CA22-47EB-A78C-D19489F8E813}" type="sibTrans" cxnId="{D3BE689A-A84C-427D-820D-263AE19717C3}">
      <dgm:prSet/>
      <dgm:spPr/>
      <dgm:t>
        <a:bodyPr/>
        <a:lstStyle/>
        <a:p>
          <a:endParaRPr lang="en-US"/>
        </a:p>
      </dgm:t>
    </dgm:pt>
    <dgm:pt modelId="{EEC9CE79-F15E-4C5B-8D1A-7D70B8F6551A}">
      <dgm:prSet/>
      <dgm:spPr/>
      <dgm:t>
        <a:bodyPr/>
        <a:lstStyle/>
        <a:p>
          <a:r>
            <a:rPr lang="en-US" dirty="0" smtClean="0"/>
            <a:t>Hardware Engineering &amp; Contracted Services</a:t>
          </a:r>
          <a:br>
            <a:rPr lang="en-US" dirty="0" smtClean="0"/>
          </a:br>
          <a:r>
            <a:rPr lang="en-US" dirty="0" smtClean="0"/>
            <a:t>(D. Miller)</a:t>
          </a:r>
          <a:endParaRPr lang="en-US" dirty="0"/>
        </a:p>
      </dgm:t>
    </dgm:pt>
    <dgm:pt modelId="{11EA7C19-0559-4209-9058-BBC54AE11B4B}" type="parTrans" cxnId="{3FA75B56-79BE-446C-89F0-E132E331414A}">
      <dgm:prSet/>
      <dgm:spPr/>
      <dgm:t>
        <a:bodyPr/>
        <a:lstStyle/>
        <a:p>
          <a:endParaRPr lang="en-US"/>
        </a:p>
      </dgm:t>
    </dgm:pt>
    <dgm:pt modelId="{14D92A5D-1726-49B6-9C73-40F1BD232085}" type="sibTrans" cxnId="{3FA75B56-79BE-446C-89F0-E132E331414A}">
      <dgm:prSet/>
      <dgm:spPr/>
      <dgm:t>
        <a:bodyPr/>
        <a:lstStyle/>
        <a:p>
          <a:endParaRPr lang="en-US"/>
        </a:p>
      </dgm:t>
    </dgm:pt>
    <dgm:pt modelId="{98683BBB-7EDD-45BC-B12B-B68A1F1E2469}">
      <dgm:prSet/>
      <dgm:spPr/>
      <dgm:t>
        <a:bodyPr/>
        <a:lstStyle/>
        <a:p>
          <a:r>
            <a:rPr lang="en-US" dirty="0" smtClean="0"/>
            <a:t>Clinical Affairs &amp; NAMSA</a:t>
          </a:r>
          <a:br>
            <a:rPr lang="en-US" dirty="0" smtClean="0"/>
          </a:br>
          <a:r>
            <a:rPr lang="en-US" dirty="0" smtClean="0"/>
            <a:t>(Schroeder)</a:t>
          </a:r>
          <a:endParaRPr lang="en-US" dirty="0"/>
        </a:p>
      </dgm:t>
    </dgm:pt>
    <dgm:pt modelId="{E6DBCEF5-5176-49CB-89AE-8D68B3E4731D}" type="parTrans" cxnId="{C47534FA-53A8-4C76-A08D-C3AC73D1E1E4}">
      <dgm:prSet/>
      <dgm:spPr/>
      <dgm:t>
        <a:bodyPr/>
        <a:lstStyle/>
        <a:p>
          <a:endParaRPr lang="en-US"/>
        </a:p>
      </dgm:t>
    </dgm:pt>
    <dgm:pt modelId="{6669F087-43AE-47CF-B309-26371F7AEB1E}" type="sibTrans" cxnId="{C47534FA-53A8-4C76-A08D-C3AC73D1E1E4}">
      <dgm:prSet/>
      <dgm:spPr/>
      <dgm:t>
        <a:bodyPr/>
        <a:lstStyle/>
        <a:p>
          <a:endParaRPr lang="en-US"/>
        </a:p>
      </dgm:t>
    </dgm:pt>
    <dgm:pt modelId="{34E2609C-1A72-40E3-A1E2-3C73A89279E2}">
      <dgm:prSet/>
      <dgm:spPr/>
      <dgm:t>
        <a:bodyPr/>
        <a:lstStyle/>
        <a:p>
          <a:r>
            <a:rPr lang="en-US" dirty="0" smtClean="0"/>
            <a:t>Human Resources</a:t>
          </a:r>
          <a:endParaRPr lang="en-US" dirty="0"/>
        </a:p>
      </dgm:t>
    </dgm:pt>
    <dgm:pt modelId="{232DB164-F3C9-44CF-9199-8ED7196DC629}" type="parTrans" cxnId="{861D8592-5567-4B30-98BC-3A665817340F}">
      <dgm:prSet/>
      <dgm:spPr/>
      <dgm:t>
        <a:bodyPr/>
        <a:lstStyle/>
        <a:p>
          <a:endParaRPr lang="en-US"/>
        </a:p>
      </dgm:t>
    </dgm:pt>
    <dgm:pt modelId="{4CDA1E97-C985-4221-B0E3-0336C6FA652B}" type="sibTrans" cxnId="{861D8592-5567-4B30-98BC-3A665817340F}">
      <dgm:prSet/>
      <dgm:spPr/>
      <dgm:t>
        <a:bodyPr/>
        <a:lstStyle/>
        <a:p>
          <a:endParaRPr lang="en-US"/>
        </a:p>
      </dgm:t>
    </dgm:pt>
    <dgm:pt modelId="{0E15FB8B-96F4-4A23-BC19-6208CCC8BFEE}">
      <dgm:prSet/>
      <dgm:spPr/>
      <dgm:t>
        <a:bodyPr/>
        <a:lstStyle/>
        <a:p>
          <a:r>
            <a:rPr lang="en-US" dirty="0" smtClean="0"/>
            <a:t>Financial Services </a:t>
          </a:r>
          <a:br>
            <a:rPr lang="en-US" dirty="0" smtClean="0"/>
          </a:br>
          <a:r>
            <a:rPr lang="en-US" dirty="0" smtClean="0"/>
            <a:t>(Contracted)</a:t>
          </a:r>
          <a:endParaRPr lang="en-US" dirty="0"/>
        </a:p>
      </dgm:t>
    </dgm:pt>
    <dgm:pt modelId="{84406487-8B94-437D-B0F0-D500DFF9D5C5}" type="parTrans" cxnId="{47D148A8-EB5D-482C-873A-BDD96C1F390D}">
      <dgm:prSet/>
      <dgm:spPr/>
      <dgm:t>
        <a:bodyPr/>
        <a:lstStyle/>
        <a:p>
          <a:endParaRPr lang="en-US"/>
        </a:p>
      </dgm:t>
    </dgm:pt>
    <dgm:pt modelId="{196CE984-F485-4F29-8D14-A9446CABBFF0}" type="sibTrans" cxnId="{47D148A8-EB5D-482C-873A-BDD96C1F390D}">
      <dgm:prSet/>
      <dgm:spPr/>
      <dgm:t>
        <a:bodyPr/>
        <a:lstStyle/>
        <a:p>
          <a:endParaRPr lang="en-US"/>
        </a:p>
      </dgm:t>
    </dgm:pt>
    <dgm:pt modelId="{8502FB5D-2854-4513-855A-83B7464FC07E}">
      <dgm:prSet/>
      <dgm:spPr/>
      <dgm:t>
        <a:bodyPr/>
        <a:lstStyle/>
        <a:p>
          <a:r>
            <a:rPr lang="en-US" dirty="0" smtClean="0"/>
            <a:t>Regulatory</a:t>
          </a:r>
          <a:br>
            <a:rPr lang="en-US" dirty="0" smtClean="0"/>
          </a:br>
          <a:r>
            <a:rPr lang="en-US" dirty="0" smtClean="0"/>
            <a:t> Contracted Services</a:t>
          </a:r>
          <a:br>
            <a:rPr lang="en-US" dirty="0" smtClean="0"/>
          </a:br>
          <a:r>
            <a:rPr lang="en-US" dirty="0" smtClean="0"/>
            <a:t>(Duval)</a:t>
          </a:r>
          <a:endParaRPr lang="en-US" dirty="0"/>
        </a:p>
      </dgm:t>
    </dgm:pt>
    <dgm:pt modelId="{A8ABE1C4-E1E7-41C7-8364-ECA4F15544C1}" type="parTrans" cxnId="{D7751F47-9210-4A27-BDC9-091FB034D9D6}">
      <dgm:prSet/>
      <dgm:spPr/>
      <dgm:t>
        <a:bodyPr/>
        <a:lstStyle/>
        <a:p>
          <a:endParaRPr lang="en-US"/>
        </a:p>
      </dgm:t>
    </dgm:pt>
    <dgm:pt modelId="{64A8CFBC-2CB2-4368-AB0E-A7100F79EFBC}" type="sibTrans" cxnId="{D7751F47-9210-4A27-BDC9-091FB034D9D6}">
      <dgm:prSet/>
      <dgm:spPr/>
      <dgm:t>
        <a:bodyPr/>
        <a:lstStyle/>
        <a:p>
          <a:endParaRPr lang="en-US"/>
        </a:p>
      </dgm:t>
    </dgm:pt>
    <dgm:pt modelId="{800DEF59-C5EE-4090-A468-FA491E2F70A8}">
      <dgm:prSet phldrT="[Text]"/>
      <dgm:spPr/>
      <dgm:t>
        <a:bodyPr/>
        <a:lstStyle/>
        <a:p>
          <a:r>
            <a:rPr lang="en-US" dirty="0" smtClean="0"/>
            <a:t>Chief Financial Officer</a:t>
          </a:r>
          <a:br>
            <a:rPr lang="en-US" dirty="0" smtClean="0"/>
          </a:br>
          <a:r>
            <a:rPr lang="en-US" dirty="0" smtClean="0"/>
            <a:t>(Open)</a:t>
          </a:r>
          <a:endParaRPr lang="en-US" dirty="0"/>
        </a:p>
      </dgm:t>
    </dgm:pt>
    <dgm:pt modelId="{0EE51828-9D9C-4036-9478-7D18CF24C238}" type="parTrans" cxnId="{2825F2C5-9036-4975-8A62-A581B7A4D334}">
      <dgm:prSet/>
      <dgm:spPr/>
      <dgm:t>
        <a:bodyPr/>
        <a:lstStyle/>
        <a:p>
          <a:endParaRPr lang="en-US"/>
        </a:p>
      </dgm:t>
    </dgm:pt>
    <dgm:pt modelId="{A2FA1D7C-84AF-4829-B4EC-88DC3FB44605}" type="sibTrans" cxnId="{2825F2C5-9036-4975-8A62-A581B7A4D334}">
      <dgm:prSet/>
      <dgm:spPr/>
      <dgm:t>
        <a:bodyPr/>
        <a:lstStyle/>
        <a:p>
          <a:endParaRPr lang="en-US"/>
        </a:p>
      </dgm:t>
    </dgm:pt>
    <dgm:pt modelId="{C4F949E3-4FBC-4F5F-9C99-F00DD930CCDF}">
      <dgm:prSet phldrT="[Text]"/>
      <dgm:spPr/>
      <dgm:t>
        <a:bodyPr/>
        <a:lstStyle/>
        <a:p>
          <a:r>
            <a:rPr lang="en-US" dirty="0" smtClean="0"/>
            <a:t>Financial Planning &amp; Analysis</a:t>
          </a:r>
          <a:endParaRPr lang="en-US" dirty="0"/>
        </a:p>
      </dgm:t>
    </dgm:pt>
    <dgm:pt modelId="{374D8F47-E901-457D-91E8-8A34C0E24406}" type="parTrans" cxnId="{0626535C-7FBD-46B0-A669-78D9E0C362E6}">
      <dgm:prSet/>
      <dgm:spPr/>
      <dgm:t>
        <a:bodyPr/>
        <a:lstStyle/>
        <a:p>
          <a:endParaRPr lang="en-US"/>
        </a:p>
      </dgm:t>
    </dgm:pt>
    <dgm:pt modelId="{ECBF8E66-C0D9-4933-AC95-8996270B3BED}" type="sibTrans" cxnId="{0626535C-7FBD-46B0-A669-78D9E0C362E6}">
      <dgm:prSet/>
      <dgm:spPr/>
      <dgm:t>
        <a:bodyPr/>
        <a:lstStyle/>
        <a:p>
          <a:endParaRPr lang="en-US"/>
        </a:p>
      </dgm:t>
    </dgm:pt>
    <dgm:pt modelId="{B04413C1-6218-46EC-A14D-CCB624861D7D}">
      <dgm:prSet/>
      <dgm:spPr/>
      <dgm:t>
        <a:bodyPr/>
        <a:lstStyle/>
        <a:p>
          <a:r>
            <a:rPr lang="en-US" dirty="0" smtClean="0"/>
            <a:t>Purchasing &amp; Vendor Relationships (Contracted Services)</a:t>
          </a:r>
          <a:endParaRPr lang="en-US" dirty="0"/>
        </a:p>
      </dgm:t>
    </dgm:pt>
    <dgm:pt modelId="{DE0DEEA1-E2C8-4F44-9ED8-8C7B1F03C8C4}" type="parTrans" cxnId="{680108F5-8964-43F2-8831-25D319609B84}">
      <dgm:prSet/>
      <dgm:spPr/>
      <dgm:t>
        <a:bodyPr/>
        <a:lstStyle/>
        <a:p>
          <a:endParaRPr lang="en-US"/>
        </a:p>
      </dgm:t>
    </dgm:pt>
    <dgm:pt modelId="{B9AFF107-737D-48F2-8696-033D3939CA13}" type="sibTrans" cxnId="{680108F5-8964-43F2-8831-25D319609B84}">
      <dgm:prSet/>
      <dgm:spPr/>
      <dgm:t>
        <a:bodyPr/>
        <a:lstStyle/>
        <a:p>
          <a:endParaRPr lang="en-US"/>
        </a:p>
      </dgm:t>
    </dgm:pt>
    <dgm:pt modelId="{19C885AB-E730-4275-B714-6925C3D5A32F}">
      <dgm:prSet phldrT="[Text]"/>
      <dgm:spPr/>
      <dgm:t>
        <a:bodyPr/>
        <a:lstStyle/>
        <a:p>
          <a:r>
            <a:rPr lang="en-US" dirty="0" smtClean="0"/>
            <a:t>President &amp; Chief Technology Officer</a:t>
          </a:r>
        </a:p>
        <a:p>
          <a:r>
            <a:rPr lang="en-US" dirty="0" smtClean="0"/>
            <a:t>(Rizzo)</a:t>
          </a:r>
          <a:endParaRPr lang="en-US" dirty="0"/>
        </a:p>
      </dgm:t>
    </dgm:pt>
    <dgm:pt modelId="{1BC8FEE3-6B44-488F-995C-C058F008A7F3}" type="parTrans" cxnId="{DE2FC6FE-51E7-48A0-BF36-2A3EB215E4CC}">
      <dgm:prSet/>
      <dgm:spPr/>
      <dgm:t>
        <a:bodyPr/>
        <a:lstStyle/>
        <a:p>
          <a:endParaRPr lang="en-US"/>
        </a:p>
      </dgm:t>
    </dgm:pt>
    <dgm:pt modelId="{9EBE44E9-238B-4E24-86D4-C8813AEF8E08}" type="sibTrans" cxnId="{DE2FC6FE-51E7-48A0-BF36-2A3EB215E4CC}">
      <dgm:prSet/>
      <dgm:spPr/>
      <dgm:t>
        <a:bodyPr/>
        <a:lstStyle/>
        <a:p>
          <a:endParaRPr lang="en-US"/>
        </a:p>
      </dgm:t>
    </dgm:pt>
    <dgm:pt modelId="{A1E16C43-FE72-4E30-8EF5-955B8851B8AE}">
      <dgm:prSet phldrT="[Text]"/>
      <dgm:spPr/>
      <dgm:t>
        <a:bodyPr/>
        <a:lstStyle/>
        <a:p>
          <a:r>
            <a:rPr lang="en-US" dirty="0" smtClean="0"/>
            <a:t>Investor Relations</a:t>
          </a:r>
          <a:endParaRPr lang="en-US" dirty="0"/>
        </a:p>
      </dgm:t>
    </dgm:pt>
    <dgm:pt modelId="{D002808A-6598-4E0B-BA0F-D30A2B5CC426}" type="parTrans" cxnId="{04D04CB6-9D0F-4895-9DC4-97F8E832DFDD}">
      <dgm:prSet/>
      <dgm:spPr/>
      <dgm:t>
        <a:bodyPr/>
        <a:lstStyle/>
        <a:p>
          <a:endParaRPr lang="en-US"/>
        </a:p>
      </dgm:t>
    </dgm:pt>
    <dgm:pt modelId="{4AE1AB88-0557-4C4C-B99E-221939D6DFBF}" type="sibTrans" cxnId="{04D04CB6-9D0F-4895-9DC4-97F8E832DFDD}">
      <dgm:prSet/>
      <dgm:spPr/>
      <dgm:t>
        <a:bodyPr/>
        <a:lstStyle/>
        <a:p>
          <a:endParaRPr lang="en-US"/>
        </a:p>
      </dgm:t>
    </dgm:pt>
    <dgm:pt modelId="{2E8BCC9D-D73C-414E-8DF1-0A4F8FC17206}">
      <dgm:prSet/>
      <dgm:spPr/>
      <dgm:t>
        <a:bodyPr/>
        <a:lstStyle/>
        <a:p>
          <a:r>
            <a:rPr lang="en-US" dirty="0" smtClean="0"/>
            <a:t>Office Administration</a:t>
          </a:r>
          <a:br>
            <a:rPr lang="en-US" dirty="0" smtClean="0"/>
          </a:br>
          <a:endParaRPr lang="en-US" dirty="0"/>
        </a:p>
      </dgm:t>
    </dgm:pt>
    <dgm:pt modelId="{4AA312FC-E20F-49F7-A277-986FA43EC69E}" type="parTrans" cxnId="{D20BF482-690B-4091-8FE6-28A4ECD4C7EB}">
      <dgm:prSet/>
      <dgm:spPr/>
      <dgm:t>
        <a:bodyPr/>
        <a:lstStyle/>
        <a:p>
          <a:endParaRPr lang="en-US"/>
        </a:p>
      </dgm:t>
    </dgm:pt>
    <dgm:pt modelId="{D27B87D5-A1F5-4393-A57E-0F223F705138}" type="sibTrans" cxnId="{D20BF482-690B-4091-8FE6-28A4ECD4C7EB}">
      <dgm:prSet/>
      <dgm:spPr/>
      <dgm:t>
        <a:bodyPr/>
        <a:lstStyle/>
        <a:p>
          <a:endParaRPr lang="en-US"/>
        </a:p>
      </dgm:t>
    </dgm:pt>
    <dgm:pt modelId="{56D46150-4B3D-4B98-95CC-9E8B0F4C81FA}">
      <dgm:prSet phldrT="[Text]"/>
      <dgm:spPr/>
      <dgm:t>
        <a:bodyPr/>
        <a:lstStyle/>
        <a:p>
          <a:r>
            <a:rPr lang="en-US" dirty="0" smtClean="0"/>
            <a:t>Quality Assurance Director</a:t>
          </a:r>
          <a:br>
            <a:rPr lang="en-US" dirty="0" smtClean="0"/>
          </a:br>
          <a:r>
            <a:rPr lang="en-US" dirty="0" smtClean="0"/>
            <a:t>(A. Miller)</a:t>
          </a:r>
          <a:endParaRPr lang="en-US" dirty="0"/>
        </a:p>
      </dgm:t>
    </dgm:pt>
    <dgm:pt modelId="{E399A76A-7382-45F0-9924-62E9C36E84ED}" type="parTrans" cxnId="{0745513E-3E24-4158-9608-A9D5821DA9FA}">
      <dgm:prSet/>
      <dgm:spPr/>
      <dgm:t>
        <a:bodyPr/>
        <a:lstStyle/>
        <a:p>
          <a:endParaRPr lang="en-US"/>
        </a:p>
      </dgm:t>
    </dgm:pt>
    <dgm:pt modelId="{77F64B08-4B89-48D9-964F-5960299FDBD4}" type="sibTrans" cxnId="{0745513E-3E24-4158-9608-A9D5821DA9FA}">
      <dgm:prSet/>
      <dgm:spPr/>
      <dgm:t>
        <a:bodyPr/>
        <a:lstStyle/>
        <a:p>
          <a:endParaRPr lang="en-US"/>
        </a:p>
      </dgm:t>
    </dgm:pt>
    <dgm:pt modelId="{73C250E4-F6E5-4062-BE48-4A1579F605E0}">
      <dgm:prSet phldrT="[Text]"/>
      <dgm:spPr/>
      <dgm:t>
        <a:bodyPr/>
        <a:lstStyle/>
        <a:p>
          <a:r>
            <a:rPr lang="en-US" dirty="0" smtClean="0"/>
            <a:t>Board of Directors</a:t>
          </a:r>
        </a:p>
        <a:p>
          <a:r>
            <a:rPr lang="en-US" dirty="0" smtClean="0"/>
            <a:t>(Rizzo – Chair)</a:t>
          </a:r>
          <a:endParaRPr lang="en-US" dirty="0"/>
        </a:p>
      </dgm:t>
    </dgm:pt>
    <dgm:pt modelId="{CADFA61C-CF09-4C43-A0D0-60879ACBD030}" type="sibTrans" cxnId="{6185291D-E703-421A-B118-C7D3EAC24E8A}">
      <dgm:prSet/>
      <dgm:spPr/>
      <dgm:t>
        <a:bodyPr/>
        <a:lstStyle/>
        <a:p>
          <a:endParaRPr lang="en-US"/>
        </a:p>
      </dgm:t>
    </dgm:pt>
    <dgm:pt modelId="{A4DFFFBC-ECAD-4C53-B644-7E10D7C1CBA8}" type="parTrans" cxnId="{6185291D-E703-421A-B118-C7D3EAC24E8A}">
      <dgm:prSet/>
      <dgm:spPr/>
      <dgm:t>
        <a:bodyPr/>
        <a:lstStyle/>
        <a:p>
          <a:endParaRPr lang="en-US"/>
        </a:p>
      </dgm:t>
    </dgm:pt>
    <dgm:pt modelId="{CB3D6CBA-8BC2-4F08-AA85-A9272A453EA3}">
      <dgm:prSet/>
      <dgm:spPr/>
      <dgm:t>
        <a:bodyPr/>
        <a:lstStyle/>
        <a:p>
          <a:r>
            <a:rPr lang="en-US" dirty="0" smtClean="0"/>
            <a:t>Chief Executive Officer</a:t>
          </a:r>
        </a:p>
        <a:p>
          <a:r>
            <a:rPr lang="en-US" dirty="0" smtClean="0"/>
            <a:t>(Open)</a:t>
          </a:r>
          <a:endParaRPr lang="en-US" dirty="0"/>
        </a:p>
      </dgm:t>
    </dgm:pt>
    <dgm:pt modelId="{33A4AD4C-FA45-471D-BE89-E28CD255420E}" type="parTrans" cxnId="{E9C123E6-4A74-4E2C-A61E-7CD22192FDF6}">
      <dgm:prSet/>
      <dgm:spPr/>
      <dgm:t>
        <a:bodyPr/>
        <a:lstStyle/>
        <a:p>
          <a:endParaRPr lang="en-US"/>
        </a:p>
      </dgm:t>
    </dgm:pt>
    <dgm:pt modelId="{C890B71B-CC09-42CE-B0AE-1A7003DF4FF7}" type="sibTrans" cxnId="{E9C123E6-4A74-4E2C-A61E-7CD22192FDF6}">
      <dgm:prSet/>
      <dgm:spPr/>
      <dgm:t>
        <a:bodyPr/>
        <a:lstStyle/>
        <a:p>
          <a:endParaRPr lang="en-US"/>
        </a:p>
      </dgm:t>
    </dgm:pt>
    <dgm:pt modelId="{DC135D60-DC7B-40AF-B093-6BEF110B0529}" type="pres">
      <dgm:prSet presAssocID="{7535FE85-B16D-49AF-850D-2E6DC76E4B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28B77B9-47BD-4A2D-9721-A263629281FD}" type="pres">
      <dgm:prSet presAssocID="{73C250E4-F6E5-4062-BE48-4A1579F605E0}" presName="hierRoot1" presStyleCnt="0">
        <dgm:presLayoutVars>
          <dgm:hierBranch val="init"/>
        </dgm:presLayoutVars>
      </dgm:prSet>
      <dgm:spPr/>
    </dgm:pt>
    <dgm:pt modelId="{709A6F36-C1AE-4A4C-A2C2-8D92CBB308B7}" type="pres">
      <dgm:prSet presAssocID="{73C250E4-F6E5-4062-BE48-4A1579F605E0}" presName="rootComposite1" presStyleCnt="0"/>
      <dgm:spPr/>
    </dgm:pt>
    <dgm:pt modelId="{9CBB056B-CC90-45AF-B7D9-7C2D64A4EB0B}" type="pres">
      <dgm:prSet presAssocID="{73C250E4-F6E5-4062-BE48-4A1579F605E0}" presName="rootText1" presStyleLbl="node0" presStyleIdx="0" presStyleCnt="1" custScaleY="86662" custLinFactNeighborX="9599" custLinFactNeighborY="-3747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04D05D-8C12-4EBA-BDB4-8CD79C3BDA7F}" type="pres">
      <dgm:prSet presAssocID="{73C250E4-F6E5-4062-BE48-4A1579F605E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F13D736-D2FC-4386-800A-24BD1B476CAD}" type="pres">
      <dgm:prSet presAssocID="{73C250E4-F6E5-4062-BE48-4A1579F605E0}" presName="hierChild2" presStyleCnt="0"/>
      <dgm:spPr/>
    </dgm:pt>
    <dgm:pt modelId="{FB5CF608-B064-4B90-8535-946DB71C19FF}" type="pres">
      <dgm:prSet presAssocID="{33A4AD4C-FA45-471D-BE89-E28CD255420E}" presName="Name37" presStyleLbl="parChTrans1D2" presStyleIdx="0" presStyleCnt="6"/>
      <dgm:spPr/>
      <dgm:t>
        <a:bodyPr/>
        <a:lstStyle/>
        <a:p>
          <a:endParaRPr lang="en-US"/>
        </a:p>
      </dgm:t>
    </dgm:pt>
    <dgm:pt modelId="{8B58F9CD-2E21-4806-A28F-6AA9BF714534}" type="pres">
      <dgm:prSet presAssocID="{CB3D6CBA-8BC2-4F08-AA85-A9272A453EA3}" presName="hierRoot2" presStyleCnt="0">
        <dgm:presLayoutVars>
          <dgm:hierBranch val="init"/>
        </dgm:presLayoutVars>
      </dgm:prSet>
      <dgm:spPr/>
    </dgm:pt>
    <dgm:pt modelId="{0AD8FBF7-E418-4673-82D6-4BEEE2520439}" type="pres">
      <dgm:prSet presAssocID="{CB3D6CBA-8BC2-4F08-AA85-A9272A453EA3}" presName="rootComposite" presStyleCnt="0"/>
      <dgm:spPr/>
    </dgm:pt>
    <dgm:pt modelId="{71F64A9E-6F12-4F19-9F87-5E44A5B4EF9D}" type="pres">
      <dgm:prSet presAssocID="{CB3D6CBA-8BC2-4F08-AA85-A9272A453EA3}" presName="rootText" presStyleLbl="node2" presStyleIdx="0" presStyleCnt="6" custLinFactX="112099" custLinFactNeighborX="200000" custLinFactNeighborY="-3925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B7B618-A9CD-498D-ABA1-08E0E55312F1}" type="pres">
      <dgm:prSet presAssocID="{CB3D6CBA-8BC2-4F08-AA85-A9272A453EA3}" presName="rootConnector" presStyleLbl="node2" presStyleIdx="0" presStyleCnt="6"/>
      <dgm:spPr/>
      <dgm:t>
        <a:bodyPr/>
        <a:lstStyle/>
        <a:p>
          <a:endParaRPr lang="en-US"/>
        </a:p>
      </dgm:t>
    </dgm:pt>
    <dgm:pt modelId="{8D26194B-1E05-424A-B4DE-93EA6C54E152}" type="pres">
      <dgm:prSet presAssocID="{CB3D6CBA-8BC2-4F08-AA85-A9272A453EA3}" presName="hierChild4" presStyleCnt="0"/>
      <dgm:spPr/>
    </dgm:pt>
    <dgm:pt modelId="{9F0A0E6A-5CC2-4E1B-A149-9F95C6FA5874}" type="pres">
      <dgm:prSet presAssocID="{CB3D6CBA-8BC2-4F08-AA85-A9272A453EA3}" presName="hierChild5" presStyleCnt="0"/>
      <dgm:spPr/>
    </dgm:pt>
    <dgm:pt modelId="{92939891-A6B8-422C-9C44-2F6D7A3601E3}" type="pres">
      <dgm:prSet presAssocID="{1BC8FEE3-6B44-488F-995C-C058F008A7F3}" presName="Name37" presStyleLbl="parChTrans1D2" presStyleIdx="1" presStyleCnt="6"/>
      <dgm:spPr/>
      <dgm:t>
        <a:bodyPr/>
        <a:lstStyle/>
        <a:p>
          <a:endParaRPr lang="en-US"/>
        </a:p>
      </dgm:t>
    </dgm:pt>
    <dgm:pt modelId="{B4471BFB-ECD5-435C-8E79-772F4B7CB8BB}" type="pres">
      <dgm:prSet presAssocID="{19C885AB-E730-4275-B714-6925C3D5A32F}" presName="hierRoot2" presStyleCnt="0">
        <dgm:presLayoutVars>
          <dgm:hierBranch val="init"/>
        </dgm:presLayoutVars>
      </dgm:prSet>
      <dgm:spPr/>
    </dgm:pt>
    <dgm:pt modelId="{99E37907-4E6C-49ED-8E53-A70029A51F01}" type="pres">
      <dgm:prSet presAssocID="{19C885AB-E730-4275-B714-6925C3D5A32F}" presName="rootComposite" presStyleCnt="0"/>
      <dgm:spPr/>
    </dgm:pt>
    <dgm:pt modelId="{36C2B532-B10C-4A36-9A40-75227B27D979}" type="pres">
      <dgm:prSet presAssocID="{19C885AB-E730-4275-B714-6925C3D5A32F}" presName="rootText" presStyleLbl="node2" presStyleIdx="1" presStyleCnt="6" custLinFactY="16187" custLinFactNeighborX="-11184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1EDC03-5F89-4A04-A68B-F042F6E1C265}" type="pres">
      <dgm:prSet presAssocID="{19C885AB-E730-4275-B714-6925C3D5A32F}" presName="rootConnector" presStyleLbl="node2" presStyleIdx="1" presStyleCnt="6"/>
      <dgm:spPr/>
      <dgm:t>
        <a:bodyPr/>
        <a:lstStyle/>
        <a:p>
          <a:endParaRPr lang="en-US"/>
        </a:p>
      </dgm:t>
    </dgm:pt>
    <dgm:pt modelId="{5DE47A1B-13E2-4D68-BA92-7FC69EA0AA60}" type="pres">
      <dgm:prSet presAssocID="{19C885AB-E730-4275-B714-6925C3D5A32F}" presName="hierChild4" presStyleCnt="0"/>
      <dgm:spPr/>
    </dgm:pt>
    <dgm:pt modelId="{FDD8EF93-0D8A-40D1-AE0E-265C5297E9B8}" type="pres">
      <dgm:prSet presAssocID="{0372A841-2851-46B2-AF42-6C74085248DB}" presName="Name37" presStyleLbl="parChTrans1D3" presStyleIdx="0" presStyleCnt="10"/>
      <dgm:spPr/>
      <dgm:t>
        <a:bodyPr/>
        <a:lstStyle/>
        <a:p>
          <a:endParaRPr lang="en-US"/>
        </a:p>
      </dgm:t>
    </dgm:pt>
    <dgm:pt modelId="{4086DF92-FEF3-4DB8-B5C9-DD6B280A53DE}" type="pres">
      <dgm:prSet presAssocID="{1EBF8045-1372-474F-86E7-9EBA47A01651}" presName="hierRoot2" presStyleCnt="0">
        <dgm:presLayoutVars>
          <dgm:hierBranch val="init"/>
        </dgm:presLayoutVars>
      </dgm:prSet>
      <dgm:spPr/>
    </dgm:pt>
    <dgm:pt modelId="{A0421379-F7BB-46EA-B817-136253784468}" type="pres">
      <dgm:prSet presAssocID="{1EBF8045-1372-474F-86E7-9EBA47A01651}" presName="rootComposite" presStyleCnt="0"/>
      <dgm:spPr/>
    </dgm:pt>
    <dgm:pt modelId="{F2F1D1FE-1C86-4388-B83D-1D00F0AAB06A}" type="pres">
      <dgm:prSet presAssocID="{1EBF8045-1372-474F-86E7-9EBA47A01651}" presName="rootText" presStyleLbl="node3" presStyleIdx="0" presStyleCnt="10" custLinFactY="20754" custLinFactNeighborX="-1363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C7EAA1-DEA3-4478-8A75-B1092E1FF9EE}" type="pres">
      <dgm:prSet presAssocID="{1EBF8045-1372-474F-86E7-9EBA47A01651}" presName="rootConnector" presStyleLbl="node3" presStyleIdx="0" presStyleCnt="10"/>
      <dgm:spPr/>
      <dgm:t>
        <a:bodyPr/>
        <a:lstStyle/>
        <a:p>
          <a:endParaRPr lang="en-US"/>
        </a:p>
      </dgm:t>
    </dgm:pt>
    <dgm:pt modelId="{520F48CE-6D91-4381-9A5D-C923525BE5C7}" type="pres">
      <dgm:prSet presAssocID="{1EBF8045-1372-474F-86E7-9EBA47A01651}" presName="hierChild4" presStyleCnt="0"/>
      <dgm:spPr/>
    </dgm:pt>
    <dgm:pt modelId="{88DA9E6B-A314-4EFE-B04D-73ECBB48C099}" type="pres">
      <dgm:prSet presAssocID="{1EBF8045-1372-474F-86E7-9EBA47A01651}" presName="hierChild5" presStyleCnt="0"/>
      <dgm:spPr/>
    </dgm:pt>
    <dgm:pt modelId="{51ED6FA9-99CD-478B-95B9-854962250404}" type="pres">
      <dgm:prSet presAssocID="{11EA7C19-0559-4209-9058-BBC54AE11B4B}" presName="Name37" presStyleLbl="parChTrans1D3" presStyleIdx="1" presStyleCnt="10"/>
      <dgm:spPr/>
      <dgm:t>
        <a:bodyPr/>
        <a:lstStyle/>
        <a:p>
          <a:endParaRPr lang="en-US"/>
        </a:p>
      </dgm:t>
    </dgm:pt>
    <dgm:pt modelId="{912284B4-921E-4726-AC1A-0D281A3CF4EB}" type="pres">
      <dgm:prSet presAssocID="{EEC9CE79-F15E-4C5B-8D1A-7D70B8F6551A}" presName="hierRoot2" presStyleCnt="0">
        <dgm:presLayoutVars>
          <dgm:hierBranch val="init"/>
        </dgm:presLayoutVars>
      </dgm:prSet>
      <dgm:spPr/>
    </dgm:pt>
    <dgm:pt modelId="{60CA7B77-A8B3-4B92-8F78-EBF8A99F17B1}" type="pres">
      <dgm:prSet presAssocID="{EEC9CE79-F15E-4C5B-8D1A-7D70B8F6551A}" presName="rootComposite" presStyleCnt="0"/>
      <dgm:spPr/>
    </dgm:pt>
    <dgm:pt modelId="{6B0A8BAD-C01D-4C69-9DE3-CE4910221262}" type="pres">
      <dgm:prSet presAssocID="{EEC9CE79-F15E-4C5B-8D1A-7D70B8F6551A}" presName="rootText" presStyleLbl="node3" presStyleIdx="1" presStyleCnt="10" custLinFactY="20754" custLinFactNeighborX="-1363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21B88B-BA8D-4A5F-A8C0-388E9500BC09}" type="pres">
      <dgm:prSet presAssocID="{EEC9CE79-F15E-4C5B-8D1A-7D70B8F6551A}" presName="rootConnector" presStyleLbl="node3" presStyleIdx="1" presStyleCnt="10"/>
      <dgm:spPr/>
      <dgm:t>
        <a:bodyPr/>
        <a:lstStyle/>
        <a:p>
          <a:endParaRPr lang="en-US"/>
        </a:p>
      </dgm:t>
    </dgm:pt>
    <dgm:pt modelId="{4620A775-9EF2-4145-BDA6-03B82D829ACF}" type="pres">
      <dgm:prSet presAssocID="{EEC9CE79-F15E-4C5B-8D1A-7D70B8F6551A}" presName="hierChild4" presStyleCnt="0"/>
      <dgm:spPr/>
    </dgm:pt>
    <dgm:pt modelId="{3DC373C8-F6A4-48B2-B313-DAD84F4E2C4F}" type="pres">
      <dgm:prSet presAssocID="{EEC9CE79-F15E-4C5B-8D1A-7D70B8F6551A}" presName="hierChild5" presStyleCnt="0"/>
      <dgm:spPr/>
    </dgm:pt>
    <dgm:pt modelId="{B6E41AEC-AA79-4944-8642-F579C1B9CF9D}" type="pres">
      <dgm:prSet presAssocID="{E6DBCEF5-5176-49CB-89AE-8D68B3E4731D}" presName="Name37" presStyleLbl="parChTrans1D3" presStyleIdx="2" presStyleCnt="10"/>
      <dgm:spPr/>
      <dgm:t>
        <a:bodyPr/>
        <a:lstStyle/>
        <a:p>
          <a:endParaRPr lang="en-US"/>
        </a:p>
      </dgm:t>
    </dgm:pt>
    <dgm:pt modelId="{FE5D941E-F49B-40E2-A8A5-5E3D5A125F4A}" type="pres">
      <dgm:prSet presAssocID="{98683BBB-7EDD-45BC-B12B-B68A1F1E2469}" presName="hierRoot2" presStyleCnt="0">
        <dgm:presLayoutVars>
          <dgm:hierBranch val="init"/>
        </dgm:presLayoutVars>
      </dgm:prSet>
      <dgm:spPr/>
    </dgm:pt>
    <dgm:pt modelId="{C60BE573-24BB-4760-B1E0-A39E7BC0EF7A}" type="pres">
      <dgm:prSet presAssocID="{98683BBB-7EDD-45BC-B12B-B68A1F1E2469}" presName="rootComposite" presStyleCnt="0"/>
      <dgm:spPr/>
    </dgm:pt>
    <dgm:pt modelId="{CE61E04C-64FE-4AB7-85F0-A13D862FC853}" type="pres">
      <dgm:prSet presAssocID="{98683BBB-7EDD-45BC-B12B-B68A1F1E2469}" presName="rootText" presStyleLbl="node3" presStyleIdx="2" presStyleCnt="10" custLinFactY="20754" custLinFactNeighborX="-1363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B027C8-18A3-42AA-AF6D-BDB445223280}" type="pres">
      <dgm:prSet presAssocID="{98683BBB-7EDD-45BC-B12B-B68A1F1E2469}" presName="rootConnector" presStyleLbl="node3" presStyleIdx="2" presStyleCnt="10"/>
      <dgm:spPr/>
      <dgm:t>
        <a:bodyPr/>
        <a:lstStyle/>
        <a:p>
          <a:endParaRPr lang="en-US"/>
        </a:p>
      </dgm:t>
    </dgm:pt>
    <dgm:pt modelId="{B3B20E55-E35C-484C-9475-545AF109E7AD}" type="pres">
      <dgm:prSet presAssocID="{98683BBB-7EDD-45BC-B12B-B68A1F1E2469}" presName="hierChild4" presStyleCnt="0"/>
      <dgm:spPr/>
    </dgm:pt>
    <dgm:pt modelId="{BBB60521-73DA-4AEE-B11C-C3F64E9ED108}" type="pres">
      <dgm:prSet presAssocID="{98683BBB-7EDD-45BC-B12B-B68A1F1E2469}" presName="hierChild5" presStyleCnt="0"/>
      <dgm:spPr/>
    </dgm:pt>
    <dgm:pt modelId="{2502AEBC-A572-445A-843E-E975313E332A}" type="pres">
      <dgm:prSet presAssocID="{19C885AB-E730-4275-B714-6925C3D5A32F}" presName="hierChild5" presStyleCnt="0"/>
      <dgm:spPr/>
    </dgm:pt>
    <dgm:pt modelId="{48388B06-ECBF-4893-862E-DFB3031E756B}" type="pres">
      <dgm:prSet presAssocID="{B8E7883B-A62A-4E0C-A4AF-7DD0EA8FB8C4}" presName="Name37" presStyleLbl="parChTrans1D2" presStyleIdx="2" presStyleCnt="6"/>
      <dgm:spPr/>
      <dgm:t>
        <a:bodyPr/>
        <a:lstStyle/>
        <a:p>
          <a:endParaRPr lang="en-US"/>
        </a:p>
      </dgm:t>
    </dgm:pt>
    <dgm:pt modelId="{7A26BD20-EEAD-47EC-8912-389C11653F32}" type="pres">
      <dgm:prSet presAssocID="{6018F225-D1F0-4044-9C0E-F331C1238B61}" presName="hierRoot2" presStyleCnt="0">
        <dgm:presLayoutVars>
          <dgm:hierBranch val="init"/>
        </dgm:presLayoutVars>
      </dgm:prSet>
      <dgm:spPr/>
    </dgm:pt>
    <dgm:pt modelId="{160C62D9-7497-43D6-AF46-E2A4AB879611}" type="pres">
      <dgm:prSet presAssocID="{6018F225-D1F0-4044-9C0E-F331C1238B61}" presName="rootComposite" presStyleCnt="0"/>
      <dgm:spPr/>
    </dgm:pt>
    <dgm:pt modelId="{5F6FFFB8-C4D3-4C1F-BC18-2D04394BDAB3}" type="pres">
      <dgm:prSet presAssocID="{6018F225-D1F0-4044-9C0E-F331C1238B61}" presName="rootText" presStyleLbl="node2" presStyleIdx="2" presStyleCnt="6" custLinFactY="17333" custLinFactNeighborX="118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80135C-F153-4A73-A8A3-C0D4CDE1A981}" type="pres">
      <dgm:prSet presAssocID="{6018F225-D1F0-4044-9C0E-F331C1238B61}" presName="rootConnector" presStyleLbl="node2" presStyleIdx="2" presStyleCnt="6"/>
      <dgm:spPr/>
      <dgm:t>
        <a:bodyPr/>
        <a:lstStyle/>
        <a:p>
          <a:endParaRPr lang="en-US"/>
        </a:p>
      </dgm:t>
    </dgm:pt>
    <dgm:pt modelId="{E7587A84-7D44-4274-AB48-A42C93DB58DC}" type="pres">
      <dgm:prSet presAssocID="{6018F225-D1F0-4044-9C0E-F331C1238B61}" presName="hierChild4" presStyleCnt="0"/>
      <dgm:spPr/>
    </dgm:pt>
    <dgm:pt modelId="{0D42E608-8085-4402-9537-5DE2CBE0B7A2}" type="pres">
      <dgm:prSet presAssocID="{232DB164-F3C9-44CF-9199-8ED7196DC629}" presName="Name37" presStyleLbl="parChTrans1D3" presStyleIdx="3" presStyleCnt="10"/>
      <dgm:spPr/>
      <dgm:t>
        <a:bodyPr/>
        <a:lstStyle/>
        <a:p>
          <a:endParaRPr lang="en-US"/>
        </a:p>
      </dgm:t>
    </dgm:pt>
    <dgm:pt modelId="{B4618213-6F87-4385-937A-F98137DC0B03}" type="pres">
      <dgm:prSet presAssocID="{34E2609C-1A72-40E3-A1E2-3C73A89279E2}" presName="hierRoot2" presStyleCnt="0">
        <dgm:presLayoutVars>
          <dgm:hierBranch val="init"/>
        </dgm:presLayoutVars>
      </dgm:prSet>
      <dgm:spPr/>
    </dgm:pt>
    <dgm:pt modelId="{679D5A3C-D093-461F-A48B-F465E619BB64}" type="pres">
      <dgm:prSet presAssocID="{34E2609C-1A72-40E3-A1E2-3C73A89279E2}" presName="rootComposite" presStyleCnt="0"/>
      <dgm:spPr/>
    </dgm:pt>
    <dgm:pt modelId="{4B267AE2-0173-47E0-84B6-91973E17B67B}" type="pres">
      <dgm:prSet presAssocID="{34E2609C-1A72-40E3-A1E2-3C73A89279E2}" presName="rootText" presStyleLbl="node3" presStyleIdx="3" presStyleCnt="10" custLinFactY="17333" custLinFactNeighborX="118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22D628-E157-455F-9F89-E6AF9B66BB2E}" type="pres">
      <dgm:prSet presAssocID="{34E2609C-1A72-40E3-A1E2-3C73A89279E2}" presName="rootConnector" presStyleLbl="node3" presStyleIdx="3" presStyleCnt="10"/>
      <dgm:spPr/>
      <dgm:t>
        <a:bodyPr/>
        <a:lstStyle/>
        <a:p>
          <a:endParaRPr lang="en-US"/>
        </a:p>
      </dgm:t>
    </dgm:pt>
    <dgm:pt modelId="{1455FB2A-AF4C-4DA7-8CB6-4884851804B1}" type="pres">
      <dgm:prSet presAssocID="{34E2609C-1A72-40E3-A1E2-3C73A89279E2}" presName="hierChild4" presStyleCnt="0"/>
      <dgm:spPr/>
    </dgm:pt>
    <dgm:pt modelId="{F029CC09-0E4A-4B3C-A808-EEE94D93A9E7}" type="pres">
      <dgm:prSet presAssocID="{34E2609C-1A72-40E3-A1E2-3C73A89279E2}" presName="hierChild5" presStyleCnt="0"/>
      <dgm:spPr/>
    </dgm:pt>
    <dgm:pt modelId="{791BB9FD-1313-4FB1-91FA-7896A96B37A1}" type="pres">
      <dgm:prSet presAssocID="{4AA312FC-E20F-49F7-A277-986FA43EC69E}" presName="Name37" presStyleLbl="parChTrans1D3" presStyleIdx="4" presStyleCnt="10"/>
      <dgm:spPr/>
      <dgm:t>
        <a:bodyPr/>
        <a:lstStyle/>
        <a:p>
          <a:endParaRPr lang="en-US"/>
        </a:p>
      </dgm:t>
    </dgm:pt>
    <dgm:pt modelId="{EC573EF1-AFF8-415E-BE48-3967808534BE}" type="pres">
      <dgm:prSet presAssocID="{2E8BCC9D-D73C-414E-8DF1-0A4F8FC17206}" presName="hierRoot2" presStyleCnt="0">
        <dgm:presLayoutVars>
          <dgm:hierBranch val="init"/>
        </dgm:presLayoutVars>
      </dgm:prSet>
      <dgm:spPr/>
    </dgm:pt>
    <dgm:pt modelId="{F604A5BB-E4DC-4F95-BE80-0E5EEE581A3A}" type="pres">
      <dgm:prSet presAssocID="{2E8BCC9D-D73C-414E-8DF1-0A4F8FC17206}" presName="rootComposite" presStyleCnt="0"/>
      <dgm:spPr/>
    </dgm:pt>
    <dgm:pt modelId="{68781E1A-ACAA-44CC-B646-53042A549045}" type="pres">
      <dgm:prSet presAssocID="{2E8BCC9D-D73C-414E-8DF1-0A4F8FC17206}" presName="rootText" presStyleLbl="node3" presStyleIdx="4" presStyleCnt="10" custLinFactNeighborX="1867" custLinFactNeighborY="976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8AA464-CA7C-46EC-9102-BE70B1338F1E}" type="pres">
      <dgm:prSet presAssocID="{2E8BCC9D-D73C-414E-8DF1-0A4F8FC17206}" presName="rootConnector" presStyleLbl="node3" presStyleIdx="4" presStyleCnt="10"/>
      <dgm:spPr/>
      <dgm:t>
        <a:bodyPr/>
        <a:lstStyle/>
        <a:p>
          <a:endParaRPr lang="en-US"/>
        </a:p>
      </dgm:t>
    </dgm:pt>
    <dgm:pt modelId="{F57F37A8-54B1-4A4E-B185-C1986AB09119}" type="pres">
      <dgm:prSet presAssocID="{2E8BCC9D-D73C-414E-8DF1-0A4F8FC17206}" presName="hierChild4" presStyleCnt="0"/>
      <dgm:spPr/>
    </dgm:pt>
    <dgm:pt modelId="{1CD23768-77DC-49EF-947C-E19CAA2953D7}" type="pres">
      <dgm:prSet presAssocID="{2E8BCC9D-D73C-414E-8DF1-0A4F8FC17206}" presName="hierChild5" presStyleCnt="0"/>
      <dgm:spPr/>
    </dgm:pt>
    <dgm:pt modelId="{1FF1300A-690C-4592-A673-A98554451FB2}" type="pres">
      <dgm:prSet presAssocID="{84406487-8B94-437D-B0F0-D500DFF9D5C5}" presName="Name37" presStyleLbl="parChTrans1D3" presStyleIdx="5" presStyleCnt="10"/>
      <dgm:spPr/>
      <dgm:t>
        <a:bodyPr/>
        <a:lstStyle/>
        <a:p>
          <a:endParaRPr lang="en-US"/>
        </a:p>
      </dgm:t>
    </dgm:pt>
    <dgm:pt modelId="{1202AFD6-CC66-441C-B032-EBEAF5A1141B}" type="pres">
      <dgm:prSet presAssocID="{0E15FB8B-96F4-4A23-BC19-6208CCC8BFEE}" presName="hierRoot2" presStyleCnt="0">
        <dgm:presLayoutVars>
          <dgm:hierBranch val="init"/>
        </dgm:presLayoutVars>
      </dgm:prSet>
      <dgm:spPr/>
    </dgm:pt>
    <dgm:pt modelId="{87184F72-B560-4F99-95BB-C8EB6DB6DB84}" type="pres">
      <dgm:prSet presAssocID="{0E15FB8B-96F4-4A23-BC19-6208CCC8BFEE}" presName="rootComposite" presStyleCnt="0"/>
      <dgm:spPr/>
    </dgm:pt>
    <dgm:pt modelId="{325EE73C-602F-4102-A047-065EE2793852}" type="pres">
      <dgm:prSet presAssocID="{0E15FB8B-96F4-4A23-BC19-6208CCC8BFEE}" presName="rootText" presStyleLbl="node3" presStyleIdx="5" presStyleCnt="10" custLinFactNeighborX="1867" custLinFactNeighborY="7098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E7CEFF-CEEE-42CF-B483-88127DCA172B}" type="pres">
      <dgm:prSet presAssocID="{0E15FB8B-96F4-4A23-BC19-6208CCC8BFEE}" presName="rootConnector" presStyleLbl="node3" presStyleIdx="5" presStyleCnt="10"/>
      <dgm:spPr/>
      <dgm:t>
        <a:bodyPr/>
        <a:lstStyle/>
        <a:p>
          <a:endParaRPr lang="en-US"/>
        </a:p>
      </dgm:t>
    </dgm:pt>
    <dgm:pt modelId="{243E6FC8-D859-4C27-8174-D1860DB3CBCD}" type="pres">
      <dgm:prSet presAssocID="{0E15FB8B-96F4-4A23-BC19-6208CCC8BFEE}" presName="hierChild4" presStyleCnt="0"/>
      <dgm:spPr/>
    </dgm:pt>
    <dgm:pt modelId="{230DCE82-EA35-43FD-A611-B68FBC121569}" type="pres">
      <dgm:prSet presAssocID="{0E15FB8B-96F4-4A23-BC19-6208CCC8BFEE}" presName="hierChild5" presStyleCnt="0"/>
      <dgm:spPr/>
    </dgm:pt>
    <dgm:pt modelId="{35ED4009-24FF-4347-903D-142BA52B8029}" type="pres">
      <dgm:prSet presAssocID="{DE0DEEA1-E2C8-4F44-9ED8-8C7B1F03C8C4}" presName="Name37" presStyleLbl="parChTrans1D3" presStyleIdx="6" presStyleCnt="10"/>
      <dgm:spPr/>
      <dgm:t>
        <a:bodyPr/>
        <a:lstStyle/>
        <a:p>
          <a:endParaRPr lang="en-US"/>
        </a:p>
      </dgm:t>
    </dgm:pt>
    <dgm:pt modelId="{59C214DB-BD1B-477D-B911-4CE3EE2A93FC}" type="pres">
      <dgm:prSet presAssocID="{B04413C1-6218-46EC-A14D-CCB624861D7D}" presName="hierRoot2" presStyleCnt="0">
        <dgm:presLayoutVars>
          <dgm:hierBranch val="init"/>
        </dgm:presLayoutVars>
      </dgm:prSet>
      <dgm:spPr/>
    </dgm:pt>
    <dgm:pt modelId="{FA86997C-D5A8-4CBA-A6BF-D1D12F13BACA}" type="pres">
      <dgm:prSet presAssocID="{B04413C1-6218-46EC-A14D-CCB624861D7D}" presName="rootComposite" presStyleCnt="0"/>
      <dgm:spPr/>
    </dgm:pt>
    <dgm:pt modelId="{C581D863-F0B7-46A9-8911-CBB373C8BADB}" type="pres">
      <dgm:prSet presAssocID="{B04413C1-6218-46EC-A14D-CCB624861D7D}" presName="rootText" presStyleLbl="node3" presStyleIdx="6" presStyleCnt="10" custLinFactNeighborX="1867" custLinFactNeighborY="443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830BB3-DCE3-4DD7-9A48-5D29CEF4CF40}" type="pres">
      <dgm:prSet presAssocID="{B04413C1-6218-46EC-A14D-CCB624861D7D}" presName="rootConnector" presStyleLbl="node3" presStyleIdx="6" presStyleCnt="10"/>
      <dgm:spPr/>
      <dgm:t>
        <a:bodyPr/>
        <a:lstStyle/>
        <a:p>
          <a:endParaRPr lang="en-US"/>
        </a:p>
      </dgm:t>
    </dgm:pt>
    <dgm:pt modelId="{0739E8F8-850E-48D2-9173-FED4445CA1CB}" type="pres">
      <dgm:prSet presAssocID="{B04413C1-6218-46EC-A14D-CCB624861D7D}" presName="hierChild4" presStyleCnt="0"/>
      <dgm:spPr/>
    </dgm:pt>
    <dgm:pt modelId="{91602387-F15B-4CAB-8CFF-34BD49BD131F}" type="pres">
      <dgm:prSet presAssocID="{B04413C1-6218-46EC-A14D-CCB624861D7D}" presName="hierChild5" presStyleCnt="0"/>
      <dgm:spPr/>
    </dgm:pt>
    <dgm:pt modelId="{52FB17F2-240C-449A-BD1D-BB8CADC4EBDB}" type="pres">
      <dgm:prSet presAssocID="{6018F225-D1F0-4044-9C0E-F331C1238B61}" presName="hierChild5" presStyleCnt="0"/>
      <dgm:spPr/>
    </dgm:pt>
    <dgm:pt modelId="{78A1536E-AEC8-4CF9-84D0-400619D5E07C}" type="pres">
      <dgm:prSet presAssocID="{D97218A8-3BBA-4C30-8993-0E94E755E64E}" presName="Name37" presStyleLbl="parChTrans1D2" presStyleIdx="3" presStyleCnt="6"/>
      <dgm:spPr/>
      <dgm:t>
        <a:bodyPr/>
        <a:lstStyle/>
        <a:p>
          <a:endParaRPr lang="en-US"/>
        </a:p>
      </dgm:t>
    </dgm:pt>
    <dgm:pt modelId="{DDC6796C-56F1-4799-A1EB-1CF1DF774357}" type="pres">
      <dgm:prSet presAssocID="{50833B6F-F8F8-48EE-8156-FCDB587FD908}" presName="hierRoot2" presStyleCnt="0">
        <dgm:presLayoutVars>
          <dgm:hierBranch val="init"/>
        </dgm:presLayoutVars>
      </dgm:prSet>
      <dgm:spPr/>
    </dgm:pt>
    <dgm:pt modelId="{D6B50D74-9C23-4276-A6E3-BC461AFF9AAE}" type="pres">
      <dgm:prSet presAssocID="{50833B6F-F8F8-48EE-8156-FCDB587FD908}" presName="rootComposite" presStyleCnt="0"/>
      <dgm:spPr/>
    </dgm:pt>
    <dgm:pt modelId="{6DAEC45A-86E5-497E-B883-F53CE996B048}" type="pres">
      <dgm:prSet presAssocID="{50833B6F-F8F8-48EE-8156-FCDB587FD908}" presName="rootText" presStyleLbl="node2" presStyleIdx="3" presStyleCnt="6" custLinFactY="17333" custLinFactNeighborX="6816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95E965-1D53-46E9-9C33-F615A1E02E95}" type="pres">
      <dgm:prSet presAssocID="{50833B6F-F8F8-48EE-8156-FCDB587FD908}" presName="rootConnector" presStyleLbl="node2" presStyleIdx="3" presStyleCnt="6"/>
      <dgm:spPr/>
      <dgm:t>
        <a:bodyPr/>
        <a:lstStyle/>
        <a:p>
          <a:endParaRPr lang="en-US"/>
        </a:p>
      </dgm:t>
    </dgm:pt>
    <dgm:pt modelId="{D4417E5E-2033-443F-9A84-1A9FB7579B63}" type="pres">
      <dgm:prSet presAssocID="{50833B6F-F8F8-48EE-8156-FCDB587FD908}" presName="hierChild4" presStyleCnt="0"/>
      <dgm:spPr/>
    </dgm:pt>
    <dgm:pt modelId="{21C38FBC-49DE-4809-BC6D-19FFFF92E4C8}" type="pres">
      <dgm:prSet presAssocID="{A8ABE1C4-E1E7-41C7-8364-ECA4F15544C1}" presName="Name37" presStyleLbl="parChTrans1D3" presStyleIdx="7" presStyleCnt="10"/>
      <dgm:spPr/>
      <dgm:t>
        <a:bodyPr/>
        <a:lstStyle/>
        <a:p>
          <a:endParaRPr lang="en-US"/>
        </a:p>
      </dgm:t>
    </dgm:pt>
    <dgm:pt modelId="{316CA644-4D37-4E14-ADA6-EA6F188D085F}" type="pres">
      <dgm:prSet presAssocID="{8502FB5D-2854-4513-855A-83B7464FC07E}" presName="hierRoot2" presStyleCnt="0">
        <dgm:presLayoutVars>
          <dgm:hierBranch val="init"/>
        </dgm:presLayoutVars>
      </dgm:prSet>
      <dgm:spPr/>
    </dgm:pt>
    <dgm:pt modelId="{A89B0895-B247-4C39-85AB-58030B9D6AE6}" type="pres">
      <dgm:prSet presAssocID="{8502FB5D-2854-4513-855A-83B7464FC07E}" presName="rootComposite" presStyleCnt="0"/>
      <dgm:spPr/>
    </dgm:pt>
    <dgm:pt modelId="{DFEA2526-888E-4CAA-BFB4-A8D43880FB2A}" type="pres">
      <dgm:prSet presAssocID="{8502FB5D-2854-4513-855A-83B7464FC07E}" presName="rootText" presStyleLbl="node3" presStyleIdx="7" presStyleCnt="10" custLinFactY="17333" custLinFactNeighborX="118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AEF67F9-3F87-42AF-A628-57118142F071}" type="pres">
      <dgm:prSet presAssocID="{8502FB5D-2854-4513-855A-83B7464FC07E}" presName="rootConnector" presStyleLbl="node3" presStyleIdx="7" presStyleCnt="10"/>
      <dgm:spPr/>
      <dgm:t>
        <a:bodyPr/>
        <a:lstStyle/>
        <a:p>
          <a:endParaRPr lang="en-US"/>
        </a:p>
      </dgm:t>
    </dgm:pt>
    <dgm:pt modelId="{9506CB8B-0691-4791-8F3A-5C023E69BF14}" type="pres">
      <dgm:prSet presAssocID="{8502FB5D-2854-4513-855A-83B7464FC07E}" presName="hierChild4" presStyleCnt="0"/>
      <dgm:spPr/>
    </dgm:pt>
    <dgm:pt modelId="{6D57927F-378D-47D4-897F-157F9377107E}" type="pres">
      <dgm:prSet presAssocID="{8502FB5D-2854-4513-855A-83B7464FC07E}" presName="hierChild5" presStyleCnt="0"/>
      <dgm:spPr/>
    </dgm:pt>
    <dgm:pt modelId="{25EEF66D-A3EF-43FA-96F9-BC5816112D7E}" type="pres">
      <dgm:prSet presAssocID="{50833B6F-F8F8-48EE-8156-FCDB587FD908}" presName="hierChild5" presStyleCnt="0"/>
      <dgm:spPr/>
    </dgm:pt>
    <dgm:pt modelId="{B77964DA-CF24-4EB4-8ADE-5EE2E981C97E}" type="pres">
      <dgm:prSet presAssocID="{E399A76A-7382-45F0-9924-62E9C36E84ED}" presName="Name37" presStyleLbl="parChTrans1D2" presStyleIdx="4" presStyleCnt="6"/>
      <dgm:spPr/>
      <dgm:t>
        <a:bodyPr/>
        <a:lstStyle/>
        <a:p>
          <a:endParaRPr lang="en-US"/>
        </a:p>
      </dgm:t>
    </dgm:pt>
    <dgm:pt modelId="{350FC3C9-D9B6-4C9A-9CC3-E3EDAC05AECC}" type="pres">
      <dgm:prSet presAssocID="{56D46150-4B3D-4B98-95CC-9E8B0F4C81FA}" presName="hierRoot2" presStyleCnt="0">
        <dgm:presLayoutVars>
          <dgm:hierBranch val="init"/>
        </dgm:presLayoutVars>
      </dgm:prSet>
      <dgm:spPr/>
    </dgm:pt>
    <dgm:pt modelId="{428D1773-E167-45A3-86BF-BC0180017FDB}" type="pres">
      <dgm:prSet presAssocID="{56D46150-4B3D-4B98-95CC-9E8B0F4C81FA}" presName="rootComposite" presStyleCnt="0"/>
      <dgm:spPr/>
    </dgm:pt>
    <dgm:pt modelId="{E64467A6-F901-41E5-8519-D5FC22A3F22C}" type="pres">
      <dgm:prSet presAssocID="{56D46150-4B3D-4B98-95CC-9E8B0F4C81FA}" presName="rootText" presStyleLbl="node2" presStyleIdx="4" presStyleCnt="6" custLinFactY="17333" custLinFactNeighborX="118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374FFD-DD30-4EF7-B8E4-B24D7AEF2735}" type="pres">
      <dgm:prSet presAssocID="{56D46150-4B3D-4B98-95CC-9E8B0F4C81FA}" presName="rootConnector" presStyleLbl="node2" presStyleIdx="4" presStyleCnt="6"/>
      <dgm:spPr/>
      <dgm:t>
        <a:bodyPr/>
        <a:lstStyle/>
        <a:p>
          <a:endParaRPr lang="en-US"/>
        </a:p>
      </dgm:t>
    </dgm:pt>
    <dgm:pt modelId="{9F69937B-862F-4319-BDE4-03DA7B8D51E9}" type="pres">
      <dgm:prSet presAssocID="{56D46150-4B3D-4B98-95CC-9E8B0F4C81FA}" presName="hierChild4" presStyleCnt="0"/>
      <dgm:spPr/>
    </dgm:pt>
    <dgm:pt modelId="{382A4A9D-7284-40CA-8736-999211F564D2}" type="pres">
      <dgm:prSet presAssocID="{56D46150-4B3D-4B98-95CC-9E8B0F4C81FA}" presName="hierChild5" presStyleCnt="0"/>
      <dgm:spPr/>
    </dgm:pt>
    <dgm:pt modelId="{24CFBF03-E0B9-47FD-90C5-A52F99B5CF09}" type="pres">
      <dgm:prSet presAssocID="{0EE51828-9D9C-4036-9478-7D18CF24C238}" presName="Name37" presStyleLbl="parChTrans1D2" presStyleIdx="5" presStyleCnt="6"/>
      <dgm:spPr/>
      <dgm:t>
        <a:bodyPr/>
        <a:lstStyle/>
        <a:p>
          <a:endParaRPr lang="en-US"/>
        </a:p>
      </dgm:t>
    </dgm:pt>
    <dgm:pt modelId="{5EF5A402-551F-450E-B1C0-23396ABE3FC6}" type="pres">
      <dgm:prSet presAssocID="{800DEF59-C5EE-4090-A468-FA491E2F70A8}" presName="hierRoot2" presStyleCnt="0">
        <dgm:presLayoutVars>
          <dgm:hierBranch val="init"/>
        </dgm:presLayoutVars>
      </dgm:prSet>
      <dgm:spPr/>
    </dgm:pt>
    <dgm:pt modelId="{E983F923-1C60-45DB-AD08-5C1A8DE0C4DB}" type="pres">
      <dgm:prSet presAssocID="{800DEF59-C5EE-4090-A468-FA491E2F70A8}" presName="rootComposite" presStyleCnt="0"/>
      <dgm:spPr/>
    </dgm:pt>
    <dgm:pt modelId="{563CF620-1A43-4E74-8154-0EB1BABA0E82}" type="pres">
      <dgm:prSet presAssocID="{800DEF59-C5EE-4090-A468-FA491E2F70A8}" presName="rootText" presStyleLbl="node2" presStyleIdx="5" presStyleCnt="6" custLinFactY="17333" custLinFactNeighborX="1185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A4AEEA-D6A1-4FDE-AFB1-B88C8EED2E9B}" type="pres">
      <dgm:prSet presAssocID="{800DEF59-C5EE-4090-A468-FA491E2F70A8}" presName="rootConnector" presStyleLbl="node2" presStyleIdx="5" presStyleCnt="6"/>
      <dgm:spPr/>
      <dgm:t>
        <a:bodyPr/>
        <a:lstStyle/>
        <a:p>
          <a:endParaRPr lang="en-US"/>
        </a:p>
      </dgm:t>
    </dgm:pt>
    <dgm:pt modelId="{50D9F23B-AB11-47F6-ACC9-D0DF1EF4A756}" type="pres">
      <dgm:prSet presAssocID="{800DEF59-C5EE-4090-A468-FA491E2F70A8}" presName="hierChild4" presStyleCnt="0"/>
      <dgm:spPr/>
    </dgm:pt>
    <dgm:pt modelId="{F27FE67B-649E-4434-A22B-4972F1D8E618}" type="pres">
      <dgm:prSet presAssocID="{374D8F47-E901-457D-91E8-8A34C0E24406}" presName="Name37" presStyleLbl="parChTrans1D3" presStyleIdx="8" presStyleCnt="10"/>
      <dgm:spPr/>
      <dgm:t>
        <a:bodyPr/>
        <a:lstStyle/>
        <a:p>
          <a:endParaRPr lang="en-US"/>
        </a:p>
      </dgm:t>
    </dgm:pt>
    <dgm:pt modelId="{575F17BA-577C-4B27-9EF5-8E484FD8A4ED}" type="pres">
      <dgm:prSet presAssocID="{C4F949E3-4FBC-4F5F-9C99-F00DD930CCDF}" presName="hierRoot2" presStyleCnt="0">
        <dgm:presLayoutVars>
          <dgm:hierBranch val="init"/>
        </dgm:presLayoutVars>
      </dgm:prSet>
      <dgm:spPr/>
    </dgm:pt>
    <dgm:pt modelId="{117F223B-E037-434F-AF7F-1EA47017CA43}" type="pres">
      <dgm:prSet presAssocID="{C4F949E3-4FBC-4F5F-9C99-F00DD930CCDF}" presName="rootComposite" presStyleCnt="0"/>
      <dgm:spPr/>
    </dgm:pt>
    <dgm:pt modelId="{10F3B3B2-6481-4960-84AF-32BF2F1E10AA}" type="pres">
      <dgm:prSet presAssocID="{C4F949E3-4FBC-4F5F-9C99-F00DD930CCDF}" presName="rootText" presStyleLbl="node3" presStyleIdx="8" presStyleCnt="10" custLinFactY="17333" custLinFactNeighborX="-4452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D96F91-29BE-42C8-8A2D-3FCB87218397}" type="pres">
      <dgm:prSet presAssocID="{C4F949E3-4FBC-4F5F-9C99-F00DD930CCDF}" presName="rootConnector" presStyleLbl="node3" presStyleIdx="8" presStyleCnt="10"/>
      <dgm:spPr/>
      <dgm:t>
        <a:bodyPr/>
        <a:lstStyle/>
        <a:p>
          <a:endParaRPr lang="en-US"/>
        </a:p>
      </dgm:t>
    </dgm:pt>
    <dgm:pt modelId="{6519DA37-64DD-46DF-98FF-0AA9FFF04D37}" type="pres">
      <dgm:prSet presAssocID="{C4F949E3-4FBC-4F5F-9C99-F00DD930CCDF}" presName="hierChild4" presStyleCnt="0"/>
      <dgm:spPr/>
    </dgm:pt>
    <dgm:pt modelId="{D933BC17-7C70-4159-A507-F7BB1C39BB6A}" type="pres">
      <dgm:prSet presAssocID="{C4F949E3-4FBC-4F5F-9C99-F00DD930CCDF}" presName="hierChild5" presStyleCnt="0"/>
      <dgm:spPr/>
    </dgm:pt>
    <dgm:pt modelId="{523C8E0B-7A96-47D2-B9DD-5534A97D4040}" type="pres">
      <dgm:prSet presAssocID="{D002808A-6598-4E0B-BA0F-D30A2B5CC426}" presName="Name37" presStyleLbl="parChTrans1D3" presStyleIdx="9" presStyleCnt="10"/>
      <dgm:spPr/>
      <dgm:t>
        <a:bodyPr/>
        <a:lstStyle/>
        <a:p>
          <a:endParaRPr lang="en-US"/>
        </a:p>
      </dgm:t>
    </dgm:pt>
    <dgm:pt modelId="{81860B50-7F07-4524-B6C0-8EC0A2B0C36C}" type="pres">
      <dgm:prSet presAssocID="{A1E16C43-FE72-4E30-8EF5-955B8851B8AE}" presName="hierRoot2" presStyleCnt="0">
        <dgm:presLayoutVars>
          <dgm:hierBranch val="init"/>
        </dgm:presLayoutVars>
      </dgm:prSet>
      <dgm:spPr/>
    </dgm:pt>
    <dgm:pt modelId="{C1B73D1E-D8C2-4963-A8D5-A5A64F52624D}" type="pres">
      <dgm:prSet presAssocID="{A1E16C43-FE72-4E30-8EF5-955B8851B8AE}" presName="rootComposite" presStyleCnt="0"/>
      <dgm:spPr/>
    </dgm:pt>
    <dgm:pt modelId="{7D274520-CAF9-4603-AE8D-E020CC719525}" type="pres">
      <dgm:prSet presAssocID="{A1E16C43-FE72-4E30-8EF5-955B8851B8AE}" presName="rootText" presStyleLbl="node3" presStyleIdx="9" presStyleCnt="10" custLinFactY="17333" custLinFactNeighborX="-4452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8631F5-1062-4E5D-A5A0-ACBB4A6E385A}" type="pres">
      <dgm:prSet presAssocID="{A1E16C43-FE72-4E30-8EF5-955B8851B8AE}" presName="rootConnector" presStyleLbl="node3" presStyleIdx="9" presStyleCnt="10"/>
      <dgm:spPr/>
      <dgm:t>
        <a:bodyPr/>
        <a:lstStyle/>
        <a:p>
          <a:endParaRPr lang="en-US"/>
        </a:p>
      </dgm:t>
    </dgm:pt>
    <dgm:pt modelId="{F3EAE0C5-53BE-489D-8422-63AF2A5B94C9}" type="pres">
      <dgm:prSet presAssocID="{A1E16C43-FE72-4E30-8EF5-955B8851B8AE}" presName="hierChild4" presStyleCnt="0"/>
      <dgm:spPr/>
    </dgm:pt>
    <dgm:pt modelId="{3AD878DF-B0B6-49F6-A86D-FA78BDAE59B1}" type="pres">
      <dgm:prSet presAssocID="{A1E16C43-FE72-4E30-8EF5-955B8851B8AE}" presName="hierChild5" presStyleCnt="0"/>
      <dgm:spPr/>
    </dgm:pt>
    <dgm:pt modelId="{1AF1F570-09E9-462B-904D-312A242D0B90}" type="pres">
      <dgm:prSet presAssocID="{800DEF59-C5EE-4090-A468-FA491E2F70A8}" presName="hierChild5" presStyleCnt="0"/>
      <dgm:spPr/>
    </dgm:pt>
    <dgm:pt modelId="{0E3A8BB0-4E24-4369-B0B4-D301507F1395}" type="pres">
      <dgm:prSet presAssocID="{73C250E4-F6E5-4062-BE48-4A1579F605E0}" presName="hierChild3" presStyleCnt="0"/>
      <dgm:spPr/>
    </dgm:pt>
  </dgm:ptLst>
  <dgm:cxnLst>
    <dgm:cxn modelId="{CC114311-6A6D-4B6A-99DC-0768448EE8A4}" type="presOf" srcId="{73C250E4-F6E5-4062-BE48-4A1579F605E0}" destId="{1E04D05D-8C12-4EBA-BDB4-8CD79C3BDA7F}" srcOrd="1" destOrd="0" presId="urn:microsoft.com/office/officeart/2005/8/layout/orgChart1"/>
    <dgm:cxn modelId="{F0417F9F-C265-4235-A55D-B9E9A633C58A}" type="presOf" srcId="{C4F949E3-4FBC-4F5F-9C99-F00DD930CCDF}" destId="{43D96F91-29BE-42C8-8A2D-3FCB87218397}" srcOrd="1" destOrd="0" presId="urn:microsoft.com/office/officeart/2005/8/layout/orgChart1"/>
    <dgm:cxn modelId="{B4A317D7-AFAB-4BF5-BD04-142C62A55BDB}" type="presOf" srcId="{EEC9CE79-F15E-4C5B-8D1A-7D70B8F6551A}" destId="{6B0A8BAD-C01D-4C69-9DE3-CE4910221262}" srcOrd="0" destOrd="0" presId="urn:microsoft.com/office/officeart/2005/8/layout/orgChart1"/>
    <dgm:cxn modelId="{9620EECA-FE70-4E91-9A7B-0061227D85F4}" type="presOf" srcId="{2E8BCC9D-D73C-414E-8DF1-0A4F8FC17206}" destId="{68781E1A-ACAA-44CC-B646-53042A549045}" srcOrd="0" destOrd="0" presId="urn:microsoft.com/office/officeart/2005/8/layout/orgChart1"/>
    <dgm:cxn modelId="{CF04ECAF-0339-4321-8EF7-024BCEA0EB6F}" type="presOf" srcId="{1EBF8045-1372-474F-86E7-9EBA47A01651}" destId="{F2C7EAA1-DEA3-4478-8A75-B1092E1FF9EE}" srcOrd="1" destOrd="0" presId="urn:microsoft.com/office/officeart/2005/8/layout/orgChart1"/>
    <dgm:cxn modelId="{2ECA4196-7947-457A-9FD6-0EEBC0483CC9}" type="presOf" srcId="{374D8F47-E901-457D-91E8-8A34C0E24406}" destId="{F27FE67B-649E-4434-A22B-4972F1D8E618}" srcOrd="0" destOrd="0" presId="urn:microsoft.com/office/officeart/2005/8/layout/orgChart1"/>
    <dgm:cxn modelId="{4F527E3E-F17D-41BF-81BE-99426401E1BC}" type="presOf" srcId="{1EBF8045-1372-474F-86E7-9EBA47A01651}" destId="{F2F1D1FE-1C86-4388-B83D-1D00F0AAB06A}" srcOrd="0" destOrd="0" presId="urn:microsoft.com/office/officeart/2005/8/layout/orgChart1"/>
    <dgm:cxn modelId="{47D148A8-EB5D-482C-873A-BDD96C1F390D}" srcId="{6018F225-D1F0-4044-9C0E-F331C1238B61}" destId="{0E15FB8B-96F4-4A23-BC19-6208CCC8BFEE}" srcOrd="2" destOrd="0" parTransId="{84406487-8B94-437D-B0F0-D500DFF9D5C5}" sibTransId="{196CE984-F485-4F29-8D14-A9446CABBFF0}"/>
    <dgm:cxn modelId="{391D054C-0BED-4371-B4B8-B4FF02B8AD64}" type="presOf" srcId="{98683BBB-7EDD-45BC-B12B-B68A1F1E2469}" destId="{62B027C8-18A3-42AA-AF6D-BDB445223280}" srcOrd="1" destOrd="0" presId="urn:microsoft.com/office/officeart/2005/8/layout/orgChart1"/>
    <dgm:cxn modelId="{A1230949-8461-4977-9BBC-4129E4E40BB3}" type="presOf" srcId="{98683BBB-7EDD-45BC-B12B-B68A1F1E2469}" destId="{CE61E04C-64FE-4AB7-85F0-A13D862FC853}" srcOrd="0" destOrd="0" presId="urn:microsoft.com/office/officeart/2005/8/layout/orgChart1"/>
    <dgm:cxn modelId="{D3B00CA7-E031-4F95-A7EA-9655C7DE8865}" type="presOf" srcId="{CB3D6CBA-8BC2-4F08-AA85-A9272A453EA3}" destId="{E4B7B618-A9CD-498D-ABA1-08E0E55312F1}" srcOrd="1" destOrd="0" presId="urn:microsoft.com/office/officeart/2005/8/layout/orgChart1"/>
    <dgm:cxn modelId="{C47534FA-53A8-4C76-A08D-C3AC73D1E1E4}" srcId="{19C885AB-E730-4275-B714-6925C3D5A32F}" destId="{98683BBB-7EDD-45BC-B12B-B68A1F1E2469}" srcOrd="2" destOrd="0" parTransId="{E6DBCEF5-5176-49CB-89AE-8D68B3E4731D}" sibTransId="{6669F087-43AE-47CF-B309-26371F7AEB1E}"/>
    <dgm:cxn modelId="{55CD3700-505E-4492-B77E-DDF390A0CE85}" type="presOf" srcId="{232DB164-F3C9-44CF-9199-8ED7196DC629}" destId="{0D42E608-8085-4402-9537-5DE2CBE0B7A2}" srcOrd="0" destOrd="0" presId="urn:microsoft.com/office/officeart/2005/8/layout/orgChart1"/>
    <dgm:cxn modelId="{20588BAE-2D91-4725-AAF0-98D2007B8DBF}" type="presOf" srcId="{C4F949E3-4FBC-4F5F-9C99-F00DD930CCDF}" destId="{10F3B3B2-6481-4960-84AF-32BF2F1E10AA}" srcOrd="0" destOrd="0" presId="urn:microsoft.com/office/officeart/2005/8/layout/orgChart1"/>
    <dgm:cxn modelId="{38B3C903-0DCC-4D9C-8628-E478FF84B52E}" type="presOf" srcId="{D97218A8-3BBA-4C30-8993-0E94E755E64E}" destId="{78A1536E-AEC8-4CF9-84D0-400619D5E07C}" srcOrd="0" destOrd="0" presId="urn:microsoft.com/office/officeart/2005/8/layout/orgChart1"/>
    <dgm:cxn modelId="{8CA43FAE-9423-4E71-BF3F-7ACE8292B119}" type="presOf" srcId="{34E2609C-1A72-40E3-A1E2-3C73A89279E2}" destId="{1022D628-E157-455F-9F89-E6AF9B66BB2E}" srcOrd="1" destOrd="0" presId="urn:microsoft.com/office/officeart/2005/8/layout/orgChart1"/>
    <dgm:cxn modelId="{861D8592-5567-4B30-98BC-3A665817340F}" srcId="{6018F225-D1F0-4044-9C0E-F331C1238B61}" destId="{34E2609C-1A72-40E3-A1E2-3C73A89279E2}" srcOrd="0" destOrd="0" parTransId="{232DB164-F3C9-44CF-9199-8ED7196DC629}" sibTransId="{4CDA1E97-C985-4221-B0E3-0336C6FA652B}"/>
    <dgm:cxn modelId="{0BEA1EF1-994B-48D0-8BCA-027E8346CCAE}" type="presOf" srcId="{6018F225-D1F0-4044-9C0E-F331C1238B61}" destId="{5F6FFFB8-C4D3-4C1F-BC18-2D04394BDAB3}" srcOrd="0" destOrd="0" presId="urn:microsoft.com/office/officeart/2005/8/layout/orgChart1"/>
    <dgm:cxn modelId="{E81C3C9B-E764-40FB-911D-0D1B3DEEE6C7}" type="presOf" srcId="{0EE51828-9D9C-4036-9478-7D18CF24C238}" destId="{24CFBF03-E0B9-47FD-90C5-A52F99B5CF09}" srcOrd="0" destOrd="0" presId="urn:microsoft.com/office/officeart/2005/8/layout/orgChart1"/>
    <dgm:cxn modelId="{D159B38D-368A-417B-B656-D003EEE11260}" type="presOf" srcId="{33A4AD4C-FA45-471D-BE89-E28CD255420E}" destId="{FB5CF608-B064-4B90-8535-946DB71C19FF}" srcOrd="0" destOrd="0" presId="urn:microsoft.com/office/officeart/2005/8/layout/orgChart1"/>
    <dgm:cxn modelId="{7BDBC1FD-2FEF-4BDA-A772-6174C3E4B7AE}" type="presOf" srcId="{73C250E4-F6E5-4062-BE48-4A1579F605E0}" destId="{9CBB056B-CC90-45AF-B7D9-7C2D64A4EB0B}" srcOrd="0" destOrd="0" presId="urn:microsoft.com/office/officeart/2005/8/layout/orgChart1"/>
    <dgm:cxn modelId="{05C3C325-C65E-4C38-99DA-489136E275D3}" type="presOf" srcId="{56D46150-4B3D-4B98-95CC-9E8B0F4C81FA}" destId="{CD374FFD-DD30-4EF7-B8E4-B24D7AEF2735}" srcOrd="1" destOrd="0" presId="urn:microsoft.com/office/officeart/2005/8/layout/orgChart1"/>
    <dgm:cxn modelId="{442959F2-7A24-4F81-AA28-1CCE8A2671FC}" type="presOf" srcId="{800DEF59-C5EE-4090-A468-FA491E2F70A8}" destId="{49A4AEEA-D6A1-4FDE-AFB1-B88C8EED2E9B}" srcOrd="1" destOrd="0" presId="urn:microsoft.com/office/officeart/2005/8/layout/orgChart1"/>
    <dgm:cxn modelId="{736BADDA-CB51-4FDF-BF5D-094EA754D6C4}" type="presOf" srcId="{84406487-8B94-437D-B0F0-D500DFF9D5C5}" destId="{1FF1300A-690C-4592-A673-A98554451FB2}" srcOrd="0" destOrd="0" presId="urn:microsoft.com/office/officeart/2005/8/layout/orgChart1"/>
    <dgm:cxn modelId="{2825F2C5-9036-4975-8A62-A581B7A4D334}" srcId="{73C250E4-F6E5-4062-BE48-4A1579F605E0}" destId="{800DEF59-C5EE-4090-A468-FA491E2F70A8}" srcOrd="5" destOrd="0" parTransId="{0EE51828-9D9C-4036-9478-7D18CF24C238}" sibTransId="{A2FA1D7C-84AF-4829-B4EC-88DC3FB44605}"/>
    <dgm:cxn modelId="{D3BE689A-A84C-427D-820D-263AE19717C3}" srcId="{19C885AB-E730-4275-B714-6925C3D5A32F}" destId="{1EBF8045-1372-474F-86E7-9EBA47A01651}" srcOrd="0" destOrd="0" parTransId="{0372A841-2851-46B2-AF42-6C74085248DB}" sibTransId="{5525C22C-CA22-47EB-A78C-D19489F8E813}"/>
    <dgm:cxn modelId="{DA3CC4F7-9DA5-4107-96B3-C7D9D4B8F002}" type="presOf" srcId="{EEC9CE79-F15E-4C5B-8D1A-7D70B8F6551A}" destId="{1F21B88B-BA8D-4A5F-A8C0-388E9500BC09}" srcOrd="1" destOrd="0" presId="urn:microsoft.com/office/officeart/2005/8/layout/orgChart1"/>
    <dgm:cxn modelId="{5F7EDA92-3F4E-45EC-8A79-B66E929F26F1}" type="presOf" srcId="{7535FE85-B16D-49AF-850D-2E6DC76E4B09}" destId="{DC135D60-DC7B-40AF-B093-6BEF110B0529}" srcOrd="0" destOrd="0" presId="urn:microsoft.com/office/officeart/2005/8/layout/orgChart1"/>
    <dgm:cxn modelId="{57AB724B-6861-4BE3-A13C-8A7D44DAC903}" type="presOf" srcId="{A1E16C43-FE72-4E30-8EF5-955B8851B8AE}" destId="{7D274520-CAF9-4603-AE8D-E020CC719525}" srcOrd="0" destOrd="0" presId="urn:microsoft.com/office/officeart/2005/8/layout/orgChart1"/>
    <dgm:cxn modelId="{D7751F47-9210-4A27-BDC9-091FB034D9D6}" srcId="{50833B6F-F8F8-48EE-8156-FCDB587FD908}" destId="{8502FB5D-2854-4513-855A-83B7464FC07E}" srcOrd="0" destOrd="0" parTransId="{A8ABE1C4-E1E7-41C7-8364-ECA4F15544C1}" sibTransId="{64A8CFBC-2CB2-4368-AB0E-A7100F79EFBC}"/>
    <dgm:cxn modelId="{A2127828-F72E-4BE8-96B0-8D17AE796925}" type="presOf" srcId="{4AA312FC-E20F-49F7-A277-986FA43EC69E}" destId="{791BB9FD-1313-4FB1-91FA-7896A96B37A1}" srcOrd="0" destOrd="0" presId="urn:microsoft.com/office/officeart/2005/8/layout/orgChart1"/>
    <dgm:cxn modelId="{708435EA-721B-4A1B-A579-234ACFD3B623}" type="presOf" srcId="{B8E7883B-A62A-4E0C-A4AF-7DD0EA8FB8C4}" destId="{48388B06-ECBF-4893-862E-DFB3031E756B}" srcOrd="0" destOrd="0" presId="urn:microsoft.com/office/officeart/2005/8/layout/orgChart1"/>
    <dgm:cxn modelId="{B66E4167-A867-4E22-9D19-995A6AFA7E4E}" type="presOf" srcId="{0E15FB8B-96F4-4A23-BC19-6208CCC8BFEE}" destId="{325EE73C-602F-4102-A047-065EE2793852}" srcOrd="0" destOrd="0" presId="urn:microsoft.com/office/officeart/2005/8/layout/orgChart1"/>
    <dgm:cxn modelId="{3FA75B56-79BE-446C-89F0-E132E331414A}" srcId="{19C885AB-E730-4275-B714-6925C3D5A32F}" destId="{EEC9CE79-F15E-4C5B-8D1A-7D70B8F6551A}" srcOrd="1" destOrd="0" parTransId="{11EA7C19-0559-4209-9058-BBC54AE11B4B}" sibTransId="{14D92A5D-1726-49B6-9C73-40F1BD232085}"/>
    <dgm:cxn modelId="{55CED2B2-6CD5-4B48-9F20-30A4AA364A9D}" type="presOf" srcId="{1BC8FEE3-6B44-488F-995C-C058F008A7F3}" destId="{92939891-A6B8-422C-9C44-2F6D7A3601E3}" srcOrd="0" destOrd="0" presId="urn:microsoft.com/office/officeart/2005/8/layout/orgChart1"/>
    <dgm:cxn modelId="{4A0301EF-9EC4-4DB3-9548-FC66811FD137}" type="presOf" srcId="{50833B6F-F8F8-48EE-8156-FCDB587FD908}" destId="{6DAEC45A-86E5-497E-B883-F53CE996B048}" srcOrd="0" destOrd="0" presId="urn:microsoft.com/office/officeart/2005/8/layout/orgChart1"/>
    <dgm:cxn modelId="{527C2DC7-E3A2-4FBF-A29E-EBA1C1A6F206}" type="presOf" srcId="{19C885AB-E730-4275-B714-6925C3D5A32F}" destId="{D41EDC03-5F89-4A04-A68B-F042F6E1C265}" srcOrd="1" destOrd="0" presId="urn:microsoft.com/office/officeart/2005/8/layout/orgChart1"/>
    <dgm:cxn modelId="{3D6B0DA2-9C9B-4E6F-93B9-3D5F49512996}" type="presOf" srcId="{A8ABE1C4-E1E7-41C7-8364-ECA4F15544C1}" destId="{21C38FBC-49DE-4809-BC6D-19FFFF92E4C8}" srcOrd="0" destOrd="0" presId="urn:microsoft.com/office/officeart/2005/8/layout/orgChart1"/>
    <dgm:cxn modelId="{9FD9A922-C2B4-43C6-A534-AB8D0FFB9826}" type="presOf" srcId="{D002808A-6598-4E0B-BA0F-D30A2B5CC426}" destId="{523C8E0B-7A96-47D2-B9DD-5534A97D4040}" srcOrd="0" destOrd="0" presId="urn:microsoft.com/office/officeart/2005/8/layout/orgChart1"/>
    <dgm:cxn modelId="{9C0DEB39-E612-4004-B0DB-909A61261B82}" type="presOf" srcId="{E399A76A-7382-45F0-9924-62E9C36E84ED}" destId="{B77964DA-CF24-4EB4-8ADE-5EE2E981C97E}" srcOrd="0" destOrd="0" presId="urn:microsoft.com/office/officeart/2005/8/layout/orgChart1"/>
    <dgm:cxn modelId="{6185291D-E703-421A-B118-C7D3EAC24E8A}" srcId="{7535FE85-B16D-49AF-850D-2E6DC76E4B09}" destId="{73C250E4-F6E5-4062-BE48-4A1579F605E0}" srcOrd="0" destOrd="0" parTransId="{A4DFFFBC-ECAD-4C53-B644-7E10D7C1CBA8}" sibTransId="{CADFA61C-CF09-4C43-A0D0-60879ACBD030}"/>
    <dgm:cxn modelId="{E9C123E6-4A74-4E2C-A61E-7CD22192FDF6}" srcId="{73C250E4-F6E5-4062-BE48-4A1579F605E0}" destId="{CB3D6CBA-8BC2-4F08-AA85-A9272A453EA3}" srcOrd="0" destOrd="0" parTransId="{33A4AD4C-FA45-471D-BE89-E28CD255420E}" sibTransId="{C890B71B-CC09-42CE-B0AE-1A7003DF4FF7}"/>
    <dgm:cxn modelId="{C994233A-B93C-4075-BA6D-C65C076029A4}" type="presOf" srcId="{A1E16C43-FE72-4E30-8EF5-955B8851B8AE}" destId="{A48631F5-1062-4E5D-A5A0-ACBB4A6E385A}" srcOrd="1" destOrd="0" presId="urn:microsoft.com/office/officeart/2005/8/layout/orgChart1"/>
    <dgm:cxn modelId="{DE2FC6FE-51E7-48A0-BF36-2A3EB215E4CC}" srcId="{73C250E4-F6E5-4062-BE48-4A1579F605E0}" destId="{19C885AB-E730-4275-B714-6925C3D5A32F}" srcOrd="1" destOrd="0" parTransId="{1BC8FEE3-6B44-488F-995C-C058F008A7F3}" sibTransId="{9EBE44E9-238B-4E24-86D4-C8813AEF8E08}"/>
    <dgm:cxn modelId="{D20BF482-690B-4091-8FE6-28A4ECD4C7EB}" srcId="{6018F225-D1F0-4044-9C0E-F331C1238B61}" destId="{2E8BCC9D-D73C-414E-8DF1-0A4F8FC17206}" srcOrd="1" destOrd="0" parTransId="{4AA312FC-E20F-49F7-A277-986FA43EC69E}" sibTransId="{D27B87D5-A1F5-4393-A57E-0F223F705138}"/>
    <dgm:cxn modelId="{14DE129D-CAFA-4FE2-B6F4-4593207FC032}" type="presOf" srcId="{B04413C1-6218-46EC-A14D-CCB624861D7D}" destId="{8F830BB3-DCE3-4DD7-9A48-5D29CEF4CF40}" srcOrd="1" destOrd="0" presId="urn:microsoft.com/office/officeart/2005/8/layout/orgChart1"/>
    <dgm:cxn modelId="{A77F951F-7357-44D2-AFD0-6BFD743F0671}" type="presOf" srcId="{19C885AB-E730-4275-B714-6925C3D5A32F}" destId="{36C2B532-B10C-4A36-9A40-75227B27D979}" srcOrd="0" destOrd="0" presId="urn:microsoft.com/office/officeart/2005/8/layout/orgChart1"/>
    <dgm:cxn modelId="{6970D90B-AF37-4277-89F9-6413B0AAF329}" type="presOf" srcId="{11EA7C19-0559-4209-9058-BBC54AE11B4B}" destId="{51ED6FA9-99CD-478B-95B9-854962250404}" srcOrd="0" destOrd="0" presId="urn:microsoft.com/office/officeart/2005/8/layout/orgChart1"/>
    <dgm:cxn modelId="{9C4CE6D9-7275-412E-83E8-E351BD7A1226}" srcId="{73C250E4-F6E5-4062-BE48-4A1579F605E0}" destId="{50833B6F-F8F8-48EE-8156-FCDB587FD908}" srcOrd="3" destOrd="0" parTransId="{D97218A8-3BBA-4C30-8993-0E94E755E64E}" sibTransId="{9B9613D9-C823-4D92-8487-B43CF0610A74}"/>
    <dgm:cxn modelId="{374298BA-D17C-4DA0-9FED-4CAD720E0F0B}" type="presOf" srcId="{8502FB5D-2854-4513-855A-83B7464FC07E}" destId="{DFEA2526-888E-4CAA-BFB4-A8D43880FB2A}" srcOrd="0" destOrd="0" presId="urn:microsoft.com/office/officeart/2005/8/layout/orgChart1"/>
    <dgm:cxn modelId="{9A5C1DBE-101E-4A80-8554-0995827FCA74}" type="presOf" srcId="{2E8BCC9D-D73C-414E-8DF1-0A4F8FC17206}" destId="{A58AA464-CA7C-46EC-9102-BE70B1338F1E}" srcOrd="1" destOrd="0" presId="urn:microsoft.com/office/officeart/2005/8/layout/orgChart1"/>
    <dgm:cxn modelId="{F5CDFC5C-C631-4F6F-A00C-5C0F7DAFC67D}" type="presOf" srcId="{CB3D6CBA-8BC2-4F08-AA85-A9272A453EA3}" destId="{71F64A9E-6F12-4F19-9F87-5E44A5B4EF9D}" srcOrd="0" destOrd="0" presId="urn:microsoft.com/office/officeart/2005/8/layout/orgChart1"/>
    <dgm:cxn modelId="{569607B7-2227-4498-85FC-8FF0D131D2ED}" type="presOf" srcId="{E6DBCEF5-5176-49CB-89AE-8D68B3E4731D}" destId="{B6E41AEC-AA79-4944-8642-F579C1B9CF9D}" srcOrd="0" destOrd="0" presId="urn:microsoft.com/office/officeart/2005/8/layout/orgChart1"/>
    <dgm:cxn modelId="{0745513E-3E24-4158-9608-A9D5821DA9FA}" srcId="{73C250E4-F6E5-4062-BE48-4A1579F605E0}" destId="{56D46150-4B3D-4B98-95CC-9E8B0F4C81FA}" srcOrd="4" destOrd="0" parTransId="{E399A76A-7382-45F0-9924-62E9C36E84ED}" sibTransId="{77F64B08-4B89-48D9-964F-5960299FDBD4}"/>
    <dgm:cxn modelId="{97C9A200-689A-43A8-9106-C56F22C919EC}" type="presOf" srcId="{0372A841-2851-46B2-AF42-6C74085248DB}" destId="{FDD8EF93-0D8A-40D1-AE0E-265C5297E9B8}" srcOrd="0" destOrd="0" presId="urn:microsoft.com/office/officeart/2005/8/layout/orgChart1"/>
    <dgm:cxn modelId="{02B5607A-5797-419E-8373-37B117F3D922}" type="presOf" srcId="{B04413C1-6218-46EC-A14D-CCB624861D7D}" destId="{C581D863-F0B7-46A9-8911-CBB373C8BADB}" srcOrd="0" destOrd="0" presId="urn:microsoft.com/office/officeart/2005/8/layout/orgChart1"/>
    <dgm:cxn modelId="{88B9785C-61D4-4930-89AF-1D3B1DA6C601}" type="presOf" srcId="{8502FB5D-2854-4513-855A-83B7464FC07E}" destId="{EAEF67F9-3F87-42AF-A628-57118142F071}" srcOrd="1" destOrd="0" presId="urn:microsoft.com/office/officeart/2005/8/layout/orgChart1"/>
    <dgm:cxn modelId="{1BC3A0C5-91E8-4CBE-9569-DE76F7652182}" type="presOf" srcId="{0E15FB8B-96F4-4A23-BC19-6208CCC8BFEE}" destId="{99E7CEFF-CEEE-42CF-B483-88127DCA172B}" srcOrd="1" destOrd="0" presId="urn:microsoft.com/office/officeart/2005/8/layout/orgChart1"/>
    <dgm:cxn modelId="{680108F5-8964-43F2-8831-25D319609B84}" srcId="{6018F225-D1F0-4044-9C0E-F331C1238B61}" destId="{B04413C1-6218-46EC-A14D-CCB624861D7D}" srcOrd="3" destOrd="0" parTransId="{DE0DEEA1-E2C8-4F44-9ED8-8C7B1F03C8C4}" sibTransId="{B9AFF107-737D-48F2-8696-033D3939CA13}"/>
    <dgm:cxn modelId="{B5036183-164C-4944-9411-4B615062C0A6}" type="presOf" srcId="{6018F225-D1F0-4044-9C0E-F331C1238B61}" destId="{D280135C-F153-4A73-A8A3-C0D4CDE1A981}" srcOrd="1" destOrd="0" presId="urn:microsoft.com/office/officeart/2005/8/layout/orgChart1"/>
    <dgm:cxn modelId="{1DFB1B5B-42CF-443C-975F-037967243C3C}" type="presOf" srcId="{800DEF59-C5EE-4090-A468-FA491E2F70A8}" destId="{563CF620-1A43-4E74-8154-0EB1BABA0E82}" srcOrd="0" destOrd="0" presId="urn:microsoft.com/office/officeart/2005/8/layout/orgChart1"/>
    <dgm:cxn modelId="{60224369-CD11-4FA7-83BB-652F248A60F3}" type="presOf" srcId="{DE0DEEA1-E2C8-4F44-9ED8-8C7B1F03C8C4}" destId="{35ED4009-24FF-4347-903D-142BA52B8029}" srcOrd="0" destOrd="0" presId="urn:microsoft.com/office/officeart/2005/8/layout/orgChart1"/>
    <dgm:cxn modelId="{04D04CB6-9D0F-4895-9DC4-97F8E832DFDD}" srcId="{800DEF59-C5EE-4090-A468-FA491E2F70A8}" destId="{A1E16C43-FE72-4E30-8EF5-955B8851B8AE}" srcOrd="1" destOrd="0" parTransId="{D002808A-6598-4E0B-BA0F-D30A2B5CC426}" sibTransId="{4AE1AB88-0557-4C4C-B99E-221939D6DFBF}"/>
    <dgm:cxn modelId="{400AFCC7-E2E2-4AC8-9400-6147AA53E63C}" type="presOf" srcId="{50833B6F-F8F8-48EE-8156-FCDB587FD908}" destId="{BF95E965-1D53-46E9-9C33-F615A1E02E95}" srcOrd="1" destOrd="0" presId="urn:microsoft.com/office/officeart/2005/8/layout/orgChart1"/>
    <dgm:cxn modelId="{C6CB5473-B480-467B-86AD-7737760B4C43}" type="presOf" srcId="{56D46150-4B3D-4B98-95CC-9E8B0F4C81FA}" destId="{E64467A6-F901-41E5-8519-D5FC22A3F22C}" srcOrd="0" destOrd="0" presId="urn:microsoft.com/office/officeart/2005/8/layout/orgChart1"/>
    <dgm:cxn modelId="{F6BEFA64-FAA6-4901-B193-1456CA1A7BB6}" srcId="{73C250E4-F6E5-4062-BE48-4A1579F605E0}" destId="{6018F225-D1F0-4044-9C0E-F331C1238B61}" srcOrd="2" destOrd="0" parTransId="{B8E7883B-A62A-4E0C-A4AF-7DD0EA8FB8C4}" sibTransId="{016D7AFC-C3F3-463E-B47A-12CB84D2A7FF}"/>
    <dgm:cxn modelId="{48B4303D-C814-40C7-87A1-A12765669C6C}" type="presOf" srcId="{34E2609C-1A72-40E3-A1E2-3C73A89279E2}" destId="{4B267AE2-0173-47E0-84B6-91973E17B67B}" srcOrd="0" destOrd="0" presId="urn:microsoft.com/office/officeart/2005/8/layout/orgChart1"/>
    <dgm:cxn modelId="{0626535C-7FBD-46B0-A669-78D9E0C362E6}" srcId="{800DEF59-C5EE-4090-A468-FA491E2F70A8}" destId="{C4F949E3-4FBC-4F5F-9C99-F00DD930CCDF}" srcOrd="0" destOrd="0" parTransId="{374D8F47-E901-457D-91E8-8A34C0E24406}" sibTransId="{ECBF8E66-C0D9-4933-AC95-8996270B3BED}"/>
    <dgm:cxn modelId="{FBF8DA6A-E880-42E2-869D-C973AF4D5946}" type="presParOf" srcId="{DC135D60-DC7B-40AF-B093-6BEF110B0529}" destId="{728B77B9-47BD-4A2D-9721-A263629281FD}" srcOrd="0" destOrd="0" presId="urn:microsoft.com/office/officeart/2005/8/layout/orgChart1"/>
    <dgm:cxn modelId="{69B96EA2-3F4D-4AC2-97A2-D9F97D75F343}" type="presParOf" srcId="{728B77B9-47BD-4A2D-9721-A263629281FD}" destId="{709A6F36-C1AE-4A4C-A2C2-8D92CBB308B7}" srcOrd="0" destOrd="0" presId="urn:microsoft.com/office/officeart/2005/8/layout/orgChart1"/>
    <dgm:cxn modelId="{FA0A1CF5-83CF-48C3-8CB1-6EC3BC0B653C}" type="presParOf" srcId="{709A6F36-C1AE-4A4C-A2C2-8D92CBB308B7}" destId="{9CBB056B-CC90-45AF-B7D9-7C2D64A4EB0B}" srcOrd="0" destOrd="0" presId="urn:microsoft.com/office/officeart/2005/8/layout/orgChart1"/>
    <dgm:cxn modelId="{354D3A55-3452-47CD-9091-96854A4B3FD1}" type="presParOf" srcId="{709A6F36-C1AE-4A4C-A2C2-8D92CBB308B7}" destId="{1E04D05D-8C12-4EBA-BDB4-8CD79C3BDA7F}" srcOrd="1" destOrd="0" presId="urn:microsoft.com/office/officeart/2005/8/layout/orgChart1"/>
    <dgm:cxn modelId="{F772270F-7D17-4A26-8735-7FBBA1485384}" type="presParOf" srcId="{728B77B9-47BD-4A2D-9721-A263629281FD}" destId="{FF13D736-D2FC-4386-800A-24BD1B476CAD}" srcOrd="1" destOrd="0" presId="urn:microsoft.com/office/officeart/2005/8/layout/orgChart1"/>
    <dgm:cxn modelId="{3775B15A-0F13-4923-ABD9-6ED0D5ADE527}" type="presParOf" srcId="{FF13D736-D2FC-4386-800A-24BD1B476CAD}" destId="{FB5CF608-B064-4B90-8535-946DB71C19FF}" srcOrd="0" destOrd="0" presId="urn:microsoft.com/office/officeart/2005/8/layout/orgChart1"/>
    <dgm:cxn modelId="{CE8EC92F-6112-4BB3-9685-26848C235470}" type="presParOf" srcId="{FF13D736-D2FC-4386-800A-24BD1B476CAD}" destId="{8B58F9CD-2E21-4806-A28F-6AA9BF714534}" srcOrd="1" destOrd="0" presId="urn:microsoft.com/office/officeart/2005/8/layout/orgChart1"/>
    <dgm:cxn modelId="{66FFF15B-9380-4854-9934-07905B976358}" type="presParOf" srcId="{8B58F9CD-2E21-4806-A28F-6AA9BF714534}" destId="{0AD8FBF7-E418-4673-82D6-4BEEE2520439}" srcOrd="0" destOrd="0" presId="urn:microsoft.com/office/officeart/2005/8/layout/orgChart1"/>
    <dgm:cxn modelId="{2C955777-41BA-4E1E-9CDB-9B384C236B37}" type="presParOf" srcId="{0AD8FBF7-E418-4673-82D6-4BEEE2520439}" destId="{71F64A9E-6F12-4F19-9F87-5E44A5B4EF9D}" srcOrd="0" destOrd="0" presId="urn:microsoft.com/office/officeart/2005/8/layout/orgChart1"/>
    <dgm:cxn modelId="{4BB38CE6-A366-45FA-A5D7-BFB9C9F20B65}" type="presParOf" srcId="{0AD8FBF7-E418-4673-82D6-4BEEE2520439}" destId="{E4B7B618-A9CD-498D-ABA1-08E0E55312F1}" srcOrd="1" destOrd="0" presId="urn:microsoft.com/office/officeart/2005/8/layout/orgChart1"/>
    <dgm:cxn modelId="{B3473EC7-2353-4ADB-9723-6286B7F1AE20}" type="presParOf" srcId="{8B58F9CD-2E21-4806-A28F-6AA9BF714534}" destId="{8D26194B-1E05-424A-B4DE-93EA6C54E152}" srcOrd="1" destOrd="0" presId="urn:microsoft.com/office/officeart/2005/8/layout/orgChart1"/>
    <dgm:cxn modelId="{0C0C9ACD-90EB-4EAE-9084-2555D58D4F94}" type="presParOf" srcId="{8B58F9CD-2E21-4806-A28F-6AA9BF714534}" destId="{9F0A0E6A-5CC2-4E1B-A149-9F95C6FA5874}" srcOrd="2" destOrd="0" presId="urn:microsoft.com/office/officeart/2005/8/layout/orgChart1"/>
    <dgm:cxn modelId="{967A7697-2F86-44DF-B718-8726190F7276}" type="presParOf" srcId="{FF13D736-D2FC-4386-800A-24BD1B476CAD}" destId="{92939891-A6B8-422C-9C44-2F6D7A3601E3}" srcOrd="2" destOrd="0" presId="urn:microsoft.com/office/officeart/2005/8/layout/orgChart1"/>
    <dgm:cxn modelId="{5FFA26E9-6292-4BFF-8224-A87EEBC44B61}" type="presParOf" srcId="{FF13D736-D2FC-4386-800A-24BD1B476CAD}" destId="{B4471BFB-ECD5-435C-8E79-772F4B7CB8BB}" srcOrd="3" destOrd="0" presId="urn:microsoft.com/office/officeart/2005/8/layout/orgChart1"/>
    <dgm:cxn modelId="{5783E042-0601-43E2-9B42-C4D3D2C14113}" type="presParOf" srcId="{B4471BFB-ECD5-435C-8E79-772F4B7CB8BB}" destId="{99E37907-4E6C-49ED-8E53-A70029A51F01}" srcOrd="0" destOrd="0" presId="urn:microsoft.com/office/officeart/2005/8/layout/orgChart1"/>
    <dgm:cxn modelId="{AD450991-C565-453D-A5EC-1818AF9F664C}" type="presParOf" srcId="{99E37907-4E6C-49ED-8E53-A70029A51F01}" destId="{36C2B532-B10C-4A36-9A40-75227B27D979}" srcOrd="0" destOrd="0" presId="urn:microsoft.com/office/officeart/2005/8/layout/orgChart1"/>
    <dgm:cxn modelId="{AAA52142-32CE-4085-BF96-F0862020CBD7}" type="presParOf" srcId="{99E37907-4E6C-49ED-8E53-A70029A51F01}" destId="{D41EDC03-5F89-4A04-A68B-F042F6E1C265}" srcOrd="1" destOrd="0" presId="urn:microsoft.com/office/officeart/2005/8/layout/orgChart1"/>
    <dgm:cxn modelId="{2D2C3F1E-4650-47EF-A70E-AAF17A9AF1B1}" type="presParOf" srcId="{B4471BFB-ECD5-435C-8E79-772F4B7CB8BB}" destId="{5DE47A1B-13E2-4D68-BA92-7FC69EA0AA60}" srcOrd="1" destOrd="0" presId="urn:microsoft.com/office/officeart/2005/8/layout/orgChart1"/>
    <dgm:cxn modelId="{781B3451-A77F-47F9-9907-FD6059E986DD}" type="presParOf" srcId="{5DE47A1B-13E2-4D68-BA92-7FC69EA0AA60}" destId="{FDD8EF93-0D8A-40D1-AE0E-265C5297E9B8}" srcOrd="0" destOrd="0" presId="urn:microsoft.com/office/officeart/2005/8/layout/orgChart1"/>
    <dgm:cxn modelId="{3355664F-C3E5-4E2D-BE9F-C2A9B685EBCC}" type="presParOf" srcId="{5DE47A1B-13E2-4D68-BA92-7FC69EA0AA60}" destId="{4086DF92-FEF3-4DB8-B5C9-DD6B280A53DE}" srcOrd="1" destOrd="0" presId="urn:microsoft.com/office/officeart/2005/8/layout/orgChart1"/>
    <dgm:cxn modelId="{21F46DB6-B5E2-4B33-93D1-87A45A8EC67A}" type="presParOf" srcId="{4086DF92-FEF3-4DB8-B5C9-DD6B280A53DE}" destId="{A0421379-F7BB-46EA-B817-136253784468}" srcOrd="0" destOrd="0" presId="urn:microsoft.com/office/officeart/2005/8/layout/orgChart1"/>
    <dgm:cxn modelId="{A351F253-4314-4F5C-AE30-582E12D02C78}" type="presParOf" srcId="{A0421379-F7BB-46EA-B817-136253784468}" destId="{F2F1D1FE-1C86-4388-B83D-1D00F0AAB06A}" srcOrd="0" destOrd="0" presId="urn:microsoft.com/office/officeart/2005/8/layout/orgChart1"/>
    <dgm:cxn modelId="{607F403A-52F8-4E33-A05C-08A79843540C}" type="presParOf" srcId="{A0421379-F7BB-46EA-B817-136253784468}" destId="{F2C7EAA1-DEA3-4478-8A75-B1092E1FF9EE}" srcOrd="1" destOrd="0" presId="urn:microsoft.com/office/officeart/2005/8/layout/orgChart1"/>
    <dgm:cxn modelId="{BC942F34-7111-4127-978C-3C425A8CD193}" type="presParOf" srcId="{4086DF92-FEF3-4DB8-B5C9-DD6B280A53DE}" destId="{520F48CE-6D91-4381-9A5D-C923525BE5C7}" srcOrd="1" destOrd="0" presId="urn:microsoft.com/office/officeart/2005/8/layout/orgChart1"/>
    <dgm:cxn modelId="{6396BD5C-8A03-4A7D-A9BA-8D1497C2B0BF}" type="presParOf" srcId="{4086DF92-FEF3-4DB8-B5C9-DD6B280A53DE}" destId="{88DA9E6B-A314-4EFE-B04D-73ECBB48C099}" srcOrd="2" destOrd="0" presId="urn:microsoft.com/office/officeart/2005/8/layout/orgChart1"/>
    <dgm:cxn modelId="{850E638C-018E-4D19-BB96-C90397F8F495}" type="presParOf" srcId="{5DE47A1B-13E2-4D68-BA92-7FC69EA0AA60}" destId="{51ED6FA9-99CD-478B-95B9-854962250404}" srcOrd="2" destOrd="0" presId="urn:microsoft.com/office/officeart/2005/8/layout/orgChart1"/>
    <dgm:cxn modelId="{69AB2C56-84B6-4751-999A-9FAD90A403C1}" type="presParOf" srcId="{5DE47A1B-13E2-4D68-BA92-7FC69EA0AA60}" destId="{912284B4-921E-4726-AC1A-0D281A3CF4EB}" srcOrd="3" destOrd="0" presId="urn:microsoft.com/office/officeart/2005/8/layout/orgChart1"/>
    <dgm:cxn modelId="{7430EB51-D172-43CA-9F47-E8792DDDAAB1}" type="presParOf" srcId="{912284B4-921E-4726-AC1A-0D281A3CF4EB}" destId="{60CA7B77-A8B3-4B92-8F78-EBF8A99F17B1}" srcOrd="0" destOrd="0" presId="urn:microsoft.com/office/officeart/2005/8/layout/orgChart1"/>
    <dgm:cxn modelId="{AB236A11-2D91-4D19-9321-EE7039BCDB2F}" type="presParOf" srcId="{60CA7B77-A8B3-4B92-8F78-EBF8A99F17B1}" destId="{6B0A8BAD-C01D-4C69-9DE3-CE4910221262}" srcOrd="0" destOrd="0" presId="urn:microsoft.com/office/officeart/2005/8/layout/orgChart1"/>
    <dgm:cxn modelId="{1AA5DF29-5A3D-4586-9AC3-A5CE038F9A3D}" type="presParOf" srcId="{60CA7B77-A8B3-4B92-8F78-EBF8A99F17B1}" destId="{1F21B88B-BA8D-4A5F-A8C0-388E9500BC09}" srcOrd="1" destOrd="0" presId="urn:microsoft.com/office/officeart/2005/8/layout/orgChart1"/>
    <dgm:cxn modelId="{F9D63CE0-F69E-44E9-9BB5-0AE0A144E339}" type="presParOf" srcId="{912284B4-921E-4726-AC1A-0D281A3CF4EB}" destId="{4620A775-9EF2-4145-BDA6-03B82D829ACF}" srcOrd="1" destOrd="0" presId="urn:microsoft.com/office/officeart/2005/8/layout/orgChart1"/>
    <dgm:cxn modelId="{7E99EF0A-47FF-4DBA-A04E-B21251FE8DC3}" type="presParOf" srcId="{912284B4-921E-4726-AC1A-0D281A3CF4EB}" destId="{3DC373C8-F6A4-48B2-B313-DAD84F4E2C4F}" srcOrd="2" destOrd="0" presId="urn:microsoft.com/office/officeart/2005/8/layout/orgChart1"/>
    <dgm:cxn modelId="{E564864C-CE2D-4F36-8EE9-3A43B93F4F78}" type="presParOf" srcId="{5DE47A1B-13E2-4D68-BA92-7FC69EA0AA60}" destId="{B6E41AEC-AA79-4944-8642-F579C1B9CF9D}" srcOrd="4" destOrd="0" presId="urn:microsoft.com/office/officeart/2005/8/layout/orgChart1"/>
    <dgm:cxn modelId="{CC68594E-DFBE-46A6-9B2E-55526068927A}" type="presParOf" srcId="{5DE47A1B-13E2-4D68-BA92-7FC69EA0AA60}" destId="{FE5D941E-F49B-40E2-A8A5-5E3D5A125F4A}" srcOrd="5" destOrd="0" presId="urn:microsoft.com/office/officeart/2005/8/layout/orgChart1"/>
    <dgm:cxn modelId="{732D9E92-63C3-454D-A685-5A77C05B4C6F}" type="presParOf" srcId="{FE5D941E-F49B-40E2-A8A5-5E3D5A125F4A}" destId="{C60BE573-24BB-4760-B1E0-A39E7BC0EF7A}" srcOrd="0" destOrd="0" presId="urn:microsoft.com/office/officeart/2005/8/layout/orgChart1"/>
    <dgm:cxn modelId="{40F4A07C-C4B7-4567-9E4F-6C62E33C057A}" type="presParOf" srcId="{C60BE573-24BB-4760-B1E0-A39E7BC0EF7A}" destId="{CE61E04C-64FE-4AB7-85F0-A13D862FC853}" srcOrd="0" destOrd="0" presId="urn:microsoft.com/office/officeart/2005/8/layout/orgChart1"/>
    <dgm:cxn modelId="{63C7F1AB-34D1-444A-8232-96723D62EC75}" type="presParOf" srcId="{C60BE573-24BB-4760-B1E0-A39E7BC0EF7A}" destId="{62B027C8-18A3-42AA-AF6D-BDB445223280}" srcOrd="1" destOrd="0" presId="urn:microsoft.com/office/officeart/2005/8/layout/orgChart1"/>
    <dgm:cxn modelId="{3195AB8F-67EA-4FAC-B496-3514973FDD10}" type="presParOf" srcId="{FE5D941E-F49B-40E2-A8A5-5E3D5A125F4A}" destId="{B3B20E55-E35C-484C-9475-545AF109E7AD}" srcOrd="1" destOrd="0" presId="urn:microsoft.com/office/officeart/2005/8/layout/orgChart1"/>
    <dgm:cxn modelId="{6ED004BD-3685-4753-BFA3-DE0F201585AB}" type="presParOf" srcId="{FE5D941E-F49B-40E2-A8A5-5E3D5A125F4A}" destId="{BBB60521-73DA-4AEE-B11C-C3F64E9ED108}" srcOrd="2" destOrd="0" presId="urn:microsoft.com/office/officeart/2005/8/layout/orgChart1"/>
    <dgm:cxn modelId="{898B525B-A271-4A34-AA6E-9D2689702AAC}" type="presParOf" srcId="{B4471BFB-ECD5-435C-8E79-772F4B7CB8BB}" destId="{2502AEBC-A572-445A-843E-E975313E332A}" srcOrd="2" destOrd="0" presId="urn:microsoft.com/office/officeart/2005/8/layout/orgChart1"/>
    <dgm:cxn modelId="{B7F74F23-8D32-45F3-80D7-0B8F01550C5A}" type="presParOf" srcId="{FF13D736-D2FC-4386-800A-24BD1B476CAD}" destId="{48388B06-ECBF-4893-862E-DFB3031E756B}" srcOrd="4" destOrd="0" presId="urn:microsoft.com/office/officeart/2005/8/layout/orgChart1"/>
    <dgm:cxn modelId="{A828A8CE-8E5F-4C1C-8621-9CC48CDF6E5F}" type="presParOf" srcId="{FF13D736-D2FC-4386-800A-24BD1B476CAD}" destId="{7A26BD20-EEAD-47EC-8912-389C11653F32}" srcOrd="5" destOrd="0" presId="urn:microsoft.com/office/officeart/2005/8/layout/orgChart1"/>
    <dgm:cxn modelId="{D021E290-19D0-4FC6-8F25-6460D16A02CA}" type="presParOf" srcId="{7A26BD20-EEAD-47EC-8912-389C11653F32}" destId="{160C62D9-7497-43D6-AF46-E2A4AB879611}" srcOrd="0" destOrd="0" presId="urn:microsoft.com/office/officeart/2005/8/layout/orgChart1"/>
    <dgm:cxn modelId="{8AF626E3-7900-435E-AF9E-2F5F316E2F94}" type="presParOf" srcId="{160C62D9-7497-43D6-AF46-E2A4AB879611}" destId="{5F6FFFB8-C4D3-4C1F-BC18-2D04394BDAB3}" srcOrd="0" destOrd="0" presId="urn:microsoft.com/office/officeart/2005/8/layout/orgChart1"/>
    <dgm:cxn modelId="{89AEFDB0-C068-4BF0-A837-418843165E10}" type="presParOf" srcId="{160C62D9-7497-43D6-AF46-E2A4AB879611}" destId="{D280135C-F153-4A73-A8A3-C0D4CDE1A981}" srcOrd="1" destOrd="0" presId="urn:microsoft.com/office/officeart/2005/8/layout/orgChart1"/>
    <dgm:cxn modelId="{F0E648D5-4FD0-4277-B66E-BC2A54CFDC3B}" type="presParOf" srcId="{7A26BD20-EEAD-47EC-8912-389C11653F32}" destId="{E7587A84-7D44-4274-AB48-A42C93DB58DC}" srcOrd="1" destOrd="0" presId="urn:microsoft.com/office/officeart/2005/8/layout/orgChart1"/>
    <dgm:cxn modelId="{B9E29309-D710-4ADB-8DC7-CC5DCBFBFD96}" type="presParOf" srcId="{E7587A84-7D44-4274-AB48-A42C93DB58DC}" destId="{0D42E608-8085-4402-9537-5DE2CBE0B7A2}" srcOrd="0" destOrd="0" presId="urn:microsoft.com/office/officeart/2005/8/layout/orgChart1"/>
    <dgm:cxn modelId="{027D3A03-1969-409D-B7A3-4780B577275B}" type="presParOf" srcId="{E7587A84-7D44-4274-AB48-A42C93DB58DC}" destId="{B4618213-6F87-4385-937A-F98137DC0B03}" srcOrd="1" destOrd="0" presId="urn:microsoft.com/office/officeart/2005/8/layout/orgChart1"/>
    <dgm:cxn modelId="{45481168-B6B6-49D6-A6A9-956421B7A3DF}" type="presParOf" srcId="{B4618213-6F87-4385-937A-F98137DC0B03}" destId="{679D5A3C-D093-461F-A48B-F465E619BB64}" srcOrd="0" destOrd="0" presId="urn:microsoft.com/office/officeart/2005/8/layout/orgChart1"/>
    <dgm:cxn modelId="{9E213595-8D77-4F82-8F2E-373761948AC1}" type="presParOf" srcId="{679D5A3C-D093-461F-A48B-F465E619BB64}" destId="{4B267AE2-0173-47E0-84B6-91973E17B67B}" srcOrd="0" destOrd="0" presId="urn:microsoft.com/office/officeart/2005/8/layout/orgChart1"/>
    <dgm:cxn modelId="{16869552-757F-4D54-A2C1-B093BEC5B39D}" type="presParOf" srcId="{679D5A3C-D093-461F-A48B-F465E619BB64}" destId="{1022D628-E157-455F-9F89-E6AF9B66BB2E}" srcOrd="1" destOrd="0" presId="urn:microsoft.com/office/officeart/2005/8/layout/orgChart1"/>
    <dgm:cxn modelId="{36344FBE-6A58-48DA-9B79-F0FA2ACD45F7}" type="presParOf" srcId="{B4618213-6F87-4385-937A-F98137DC0B03}" destId="{1455FB2A-AF4C-4DA7-8CB6-4884851804B1}" srcOrd="1" destOrd="0" presId="urn:microsoft.com/office/officeart/2005/8/layout/orgChart1"/>
    <dgm:cxn modelId="{0D7272E1-95A4-4395-B5A2-87DAEBD6337A}" type="presParOf" srcId="{B4618213-6F87-4385-937A-F98137DC0B03}" destId="{F029CC09-0E4A-4B3C-A808-EEE94D93A9E7}" srcOrd="2" destOrd="0" presId="urn:microsoft.com/office/officeart/2005/8/layout/orgChart1"/>
    <dgm:cxn modelId="{B181A80B-2506-4DA0-A089-57B0AEBBE797}" type="presParOf" srcId="{E7587A84-7D44-4274-AB48-A42C93DB58DC}" destId="{791BB9FD-1313-4FB1-91FA-7896A96B37A1}" srcOrd="2" destOrd="0" presId="urn:microsoft.com/office/officeart/2005/8/layout/orgChart1"/>
    <dgm:cxn modelId="{76D1A186-FB97-4605-B2B5-40F3464840FA}" type="presParOf" srcId="{E7587A84-7D44-4274-AB48-A42C93DB58DC}" destId="{EC573EF1-AFF8-415E-BE48-3967808534BE}" srcOrd="3" destOrd="0" presId="urn:microsoft.com/office/officeart/2005/8/layout/orgChart1"/>
    <dgm:cxn modelId="{3181AC93-B438-43F4-A4D0-A32C75075B5A}" type="presParOf" srcId="{EC573EF1-AFF8-415E-BE48-3967808534BE}" destId="{F604A5BB-E4DC-4F95-BE80-0E5EEE581A3A}" srcOrd="0" destOrd="0" presId="urn:microsoft.com/office/officeart/2005/8/layout/orgChart1"/>
    <dgm:cxn modelId="{8D56CD1B-7E18-4372-9B6A-2022277ECFB5}" type="presParOf" srcId="{F604A5BB-E4DC-4F95-BE80-0E5EEE581A3A}" destId="{68781E1A-ACAA-44CC-B646-53042A549045}" srcOrd="0" destOrd="0" presId="urn:microsoft.com/office/officeart/2005/8/layout/orgChart1"/>
    <dgm:cxn modelId="{5B18B70F-C59F-4312-BC36-58C29E838275}" type="presParOf" srcId="{F604A5BB-E4DC-4F95-BE80-0E5EEE581A3A}" destId="{A58AA464-CA7C-46EC-9102-BE70B1338F1E}" srcOrd="1" destOrd="0" presId="urn:microsoft.com/office/officeart/2005/8/layout/orgChart1"/>
    <dgm:cxn modelId="{ED3B1EA5-30E5-4B6E-A78A-E7F2E7E9B88A}" type="presParOf" srcId="{EC573EF1-AFF8-415E-BE48-3967808534BE}" destId="{F57F37A8-54B1-4A4E-B185-C1986AB09119}" srcOrd="1" destOrd="0" presId="urn:microsoft.com/office/officeart/2005/8/layout/orgChart1"/>
    <dgm:cxn modelId="{E6BCE3E1-8FE5-4C51-B205-06959FC94CF3}" type="presParOf" srcId="{EC573EF1-AFF8-415E-BE48-3967808534BE}" destId="{1CD23768-77DC-49EF-947C-E19CAA2953D7}" srcOrd="2" destOrd="0" presId="urn:microsoft.com/office/officeart/2005/8/layout/orgChart1"/>
    <dgm:cxn modelId="{3E9F0A08-24FB-4228-98C5-F0127119293C}" type="presParOf" srcId="{E7587A84-7D44-4274-AB48-A42C93DB58DC}" destId="{1FF1300A-690C-4592-A673-A98554451FB2}" srcOrd="4" destOrd="0" presId="urn:microsoft.com/office/officeart/2005/8/layout/orgChart1"/>
    <dgm:cxn modelId="{76C7FDE8-B6B3-440B-A0BF-0EDD0B9134AF}" type="presParOf" srcId="{E7587A84-7D44-4274-AB48-A42C93DB58DC}" destId="{1202AFD6-CC66-441C-B032-EBEAF5A1141B}" srcOrd="5" destOrd="0" presId="urn:microsoft.com/office/officeart/2005/8/layout/orgChart1"/>
    <dgm:cxn modelId="{DAA3C53A-A970-4526-9D88-4F7128D92966}" type="presParOf" srcId="{1202AFD6-CC66-441C-B032-EBEAF5A1141B}" destId="{87184F72-B560-4F99-95BB-C8EB6DB6DB84}" srcOrd="0" destOrd="0" presId="urn:microsoft.com/office/officeart/2005/8/layout/orgChart1"/>
    <dgm:cxn modelId="{A39AEF63-BC83-4B54-9765-9F48FCA1A12F}" type="presParOf" srcId="{87184F72-B560-4F99-95BB-C8EB6DB6DB84}" destId="{325EE73C-602F-4102-A047-065EE2793852}" srcOrd="0" destOrd="0" presId="urn:microsoft.com/office/officeart/2005/8/layout/orgChart1"/>
    <dgm:cxn modelId="{F00905A4-CCB5-436C-BDB6-61F596DCA199}" type="presParOf" srcId="{87184F72-B560-4F99-95BB-C8EB6DB6DB84}" destId="{99E7CEFF-CEEE-42CF-B483-88127DCA172B}" srcOrd="1" destOrd="0" presId="urn:microsoft.com/office/officeart/2005/8/layout/orgChart1"/>
    <dgm:cxn modelId="{0B26C06A-267E-43D0-A334-D512E0F7F6E3}" type="presParOf" srcId="{1202AFD6-CC66-441C-B032-EBEAF5A1141B}" destId="{243E6FC8-D859-4C27-8174-D1860DB3CBCD}" srcOrd="1" destOrd="0" presId="urn:microsoft.com/office/officeart/2005/8/layout/orgChart1"/>
    <dgm:cxn modelId="{C34AEEFC-F6C0-4DB9-9C8E-5318E0223051}" type="presParOf" srcId="{1202AFD6-CC66-441C-B032-EBEAF5A1141B}" destId="{230DCE82-EA35-43FD-A611-B68FBC121569}" srcOrd="2" destOrd="0" presId="urn:microsoft.com/office/officeart/2005/8/layout/orgChart1"/>
    <dgm:cxn modelId="{CADA2B04-4086-41CB-AED4-E9042095222C}" type="presParOf" srcId="{E7587A84-7D44-4274-AB48-A42C93DB58DC}" destId="{35ED4009-24FF-4347-903D-142BA52B8029}" srcOrd="6" destOrd="0" presId="urn:microsoft.com/office/officeart/2005/8/layout/orgChart1"/>
    <dgm:cxn modelId="{A261962A-7DE0-4E97-A4E5-16CB2165F531}" type="presParOf" srcId="{E7587A84-7D44-4274-AB48-A42C93DB58DC}" destId="{59C214DB-BD1B-477D-B911-4CE3EE2A93FC}" srcOrd="7" destOrd="0" presId="urn:microsoft.com/office/officeart/2005/8/layout/orgChart1"/>
    <dgm:cxn modelId="{69B33800-BF42-46F9-95E4-E71F8B661156}" type="presParOf" srcId="{59C214DB-BD1B-477D-B911-4CE3EE2A93FC}" destId="{FA86997C-D5A8-4CBA-A6BF-D1D12F13BACA}" srcOrd="0" destOrd="0" presId="urn:microsoft.com/office/officeart/2005/8/layout/orgChart1"/>
    <dgm:cxn modelId="{BDB60302-1A2B-4671-A7DE-536AC2FB403D}" type="presParOf" srcId="{FA86997C-D5A8-4CBA-A6BF-D1D12F13BACA}" destId="{C581D863-F0B7-46A9-8911-CBB373C8BADB}" srcOrd="0" destOrd="0" presId="urn:microsoft.com/office/officeart/2005/8/layout/orgChart1"/>
    <dgm:cxn modelId="{7A232AC6-C790-4E3A-B6A3-87A433CDDB85}" type="presParOf" srcId="{FA86997C-D5A8-4CBA-A6BF-D1D12F13BACA}" destId="{8F830BB3-DCE3-4DD7-9A48-5D29CEF4CF40}" srcOrd="1" destOrd="0" presId="urn:microsoft.com/office/officeart/2005/8/layout/orgChart1"/>
    <dgm:cxn modelId="{6B0867A6-6A64-4DCE-B39D-58BA2890DEE7}" type="presParOf" srcId="{59C214DB-BD1B-477D-B911-4CE3EE2A93FC}" destId="{0739E8F8-850E-48D2-9173-FED4445CA1CB}" srcOrd="1" destOrd="0" presId="urn:microsoft.com/office/officeart/2005/8/layout/orgChart1"/>
    <dgm:cxn modelId="{027E82AC-4C19-45CB-B142-1DE4765827A2}" type="presParOf" srcId="{59C214DB-BD1B-477D-B911-4CE3EE2A93FC}" destId="{91602387-F15B-4CAB-8CFF-34BD49BD131F}" srcOrd="2" destOrd="0" presId="urn:microsoft.com/office/officeart/2005/8/layout/orgChart1"/>
    <dgm:cxn modelId="{1C1E7F88-45CB-453F-9067-1EF01CCB1CAC}" type="presParOf" srcId="{7A26BD20-EEAD-47EC-8912-389C11653F32}" destId="{52FB17F2-240C-449A-BD1D-BB8CADC4EBDB}" srcOrd="2" destOrd="0" presId="urn:microsoft.com/office/officeart/2005/8/layout/orgChart1"/>
    <dgm:cxn modelId="{F852CFCA-4AE4-42E1-B42C-EB36CCC6F27C}" type="presParOf" srcId="{FF13D736-D2FC-4386-800A-24BD1B476CAD}" destId="{78A1536E-AEC8-4CF9-84D0-400619D5E07C}" srcOrd="6" destOrd="0" presId="urn:microsoft.com/office/officeart/2005/8/layout/orgChart1"/>
    <dgm:cxn modelId="{AA0341D3-3E79-4125-BDA0-563D309AFAD4}" type="presParOf" srcId="{FF13D736-D2FC-4386-800A-24BD1B476CAD}" destId="{DDC6796C-56F1-4799-A1EB-1CF1DF774357}" srcOrd="7" destOrd="0" presId="urn:microsoft.com/office/officeart/2005/8/layout/orgChart1"/>
    <dgm:cxn modelId="{0ADD45AB-7AFF-4D91-8F5C-7846871550DF}" type="presParOf" srcId="{DDC6796C-56F1-4799-A1EB-1CF1DF774357}" destId="{D6B50D74-9C23-4276-A6E3-BC461AFF9AAE}" srcOrd="0" destOrd="0" presId="urn:microsoft.com/office/officeart/2005/8/layout/orgChart1"/>
    <dgm:cxn modelId="{EADD62AA-DCD5-485B-9354-BFB955435CE3}" type="presParOf" srcId="{D6B50D74-9C23-4276-A6E3-BC461AFF9AAE}" destId="{6DAEC45A-86E5-497E-B883-F53CE996B048}" srcOrd="0" destOrd="0" presId="urn:microsoft.com/office/officeart/2005/8/layout/orgChart1"/>
    <dgm:cxn modelId="{8029D550-E8B1-42ED-B41B-5A1EDB04C955}" type="presParOf" srcId="{D6B50D74-9C23-4276-A6E3-BC461AFF9AAE}" destId="{BF95E965-1D53-46E9-9C33-F615A1E02E95}" srcOrd="1" destOrd="0" presId="urn:microsoft.com/office/officeart/2005/8/layout/orgChart1"/>
    <dgm:cxn modelId="{34F6CF7F-2238-490B-A075-2F9DD7420723}" type="presParOf" srcId="{DDC6796C-56F1-4799-A1EB-1CF1DF774357}" destId="{D4417E5E-2033-443F-9A84-1A9FB7579B63}" srcOrd="1" destOrd="0" presId="urn:microsoft.com/office/officeart/2005/8/layout/orgChart1"/>
    <dgm:cxn modelId="{1E3AD1FA-C9B7-4B3E-96B8-3DE34F4B4A69}" type="presParOf" srcId="{D4417E5E-2033-443F-9A84-1A9FB7579B63}" destId="{21C38FBC-49DE-4809-BC6D-19FFFF92E4C8}" srcOrd="0" destOrd="0" presId="urn:microsoft.com/office/officeart/2005/8/layout/orgChart1"/>
    <dgm:cxn modelId="{75AEF2DE-DABB-4667-A72F-9AC841FFCC78}" type="presParOf" srcId="{D4417E5E-2033-443F-9A84-1A9FB7579B63}" destId="{316CA644-4D37-4E14-ADA6-EA6F188D085F}" srcOrd="1" destOrd="0" presId="urn:microsoft.com/office/officeart/2005/8/layout/orgChart1"/>
    <dgm:cxn modelId="{F73C7EA6-5635-415E-AACF-F9C443F14AA7}" type="presParOf" srcId="{316CA644-4D37-4E14-ADA6-EA6F188D085F}" destId="{A89B0895-B247-4C39-85AB-58030B9D6AE6}" srcOrd="0" destOrd="0" presId="urn:microsoft.com/office/officeart/2005/8/layout/orgChart1"/>
    <dgm:cxn modelId="{87AEDFC3-B1E7-4A1D-89FF-C48D8873DDC7}" type="presParOf" srcId="{A89B0895-B247-4C39-85AB-58030B9D6AE6}" destId="{DFEA2526-888E-4CAA-BFB4-A8D43880FB2A}" srcOrd="0" destOrd="0" presId="urn:microsoft.com/office/officeart/2005/8/layout/orgChart1"/>
    <dgm:cxn modelId="{EED6D2E6-7DF2-419D-A91F-16E991E3C53D}" type="presParOf" srcId="{A89B0895-B247-4C39-85AB-58030B9D6AE6}" destId="{EAEF67F9-3F87-42AF-A628-57118142F071}" srcOrd="1" destOrd="0" presId="urn:microsoft.com/office/officeart/2005/8/layout/orgChart1"/>
    <dgm:cxn modelId="{CAEEBD02-7132-4CB4-8B2E-668BF9E84108}" type="presParOf" srcId="{316CA644-4D37-4E14-ADA6-EA6F188D085F}" destId="{9506CB8B-0691-4791-8F3A-5C023E69BF14}" srcOrd="1" destOrd="0" presId="urn:microsoft.com/office/officeart/2005/8/layout/orgChart1"/>
    <dgm:cxn modelId="{E1098359-EB57-446B-8976-45920FAA8422}" type="presParOf" srcId="{316CA644-4D37-4E14-ADA6-EA6F188D085F}" destId="{6D57927F-378D-47D4-897F-157F9377107E}" srcOrd="2" destOrd="0" presId="urn:microsoft.com/office/officeart/2005/8/layout/orgChart1"/>
    <dgm:cxn modelId="{6C951244-D42A-4266-B600-86FA02E609F3}" type="presParOf" srcId="{DDC6796C-56F1-4799-A1EB-1CF1DF774357}" destId="{25EEF66D-A3EF-43FA-96F9-BC5816112D7E}" srcOrd="2" destOrd="0" presId="urn:microsoft.com/office/officeart/2005/8/layout/orgChart1"/>
    <dgm:cxn modelId="{024507C4-5DFF-403E-A3D5-6502038808DB}" type="presParOf" srcId="{FF13D736-D2FC-4386-800A-24BD1B476CAD}" destId="{B77964DA-CF24-4EB4-8ADE-5EE2E981C97E}" srcOrd="8" destOrd="0" presId="urn:microsoft.com/office/officeart/2005/8/layout/orgChart1"/>
    <dgm:cxn modelId="{C5A3E29F-95D4-4809-AE42-60A1D422B6E1}" type="presParOf" srcId="{FF13D736-D2FC-4386-800A-24BD1B476CAD}" destId="{350FC3C9-D9B6-4C9A-9CC3-E3EDAC05AECC}" srcOrd="9" destOrd="0" presId="urn:microsoft.com/office/officeart/2005/8/layout/orgChart1"/>
    <dgm:cxn modelId="{8F03BFF0-B807-4CA5-8BE3-7FFF434C1547}" type="presParOf" srcId="{350FC3C9-D9B6-4C9A-9CC3-E3EDAC05AECC}" destId="{428D1773-E167-45A3-86BF-BC0180017FDB}" srcOrd="0" destOrd="0" presId="urn:microsoft.com/office/officeart/2005/8/layout/orgChart1"/>
    <dgm:cxn modelId="{C88C1B1B-AD0F-4266-813F-17B659EC80E4}" type="presParOf" srcId="{428D1773-E167-45A3-86BF-BC0180017FDB}" destId="{E64467A6-F901-41E5-8519-D5FC22A3F22C}" srcOrd="0" destOrd="0" presId="urn:microsoft.com/office/officeart/2005/8/layout/orgChart1"/>
    <dgm:cxn modelId="{5C201A98-177F-46F2-AFA2-A697B6B1F9D3}" type="presParOf" srcId="{428D1773-E167-45A3-86BF-BC0180017FDB}" destId="{CD374FFD-DD30-4EF7-B8E4-B24D7AEF2735}" srcOrd="1" destOrd="0" presId="urn:microsoft.com/office/officeart/2005/8/layout/orgChart1"/>
    <dgm:cxn modelId="{9D5B3542-9A6A-445B-8F35-78F0DBCC5C44}" type="presParOf" srcId="{350FC3C9-D9B6-4C9A-9CC3-E3EDAC05AECC}" destId="{9F69937B-862F-4319-BDE4-03DA7B8D51E9}" srcOrd="1" destOrd="0" presId="urn:microsoft.com/office/officeart/2005/8/layout/orgChart1"/>
    <dgm:cxn modelId="{96F2743E-33D4-456B-8B19-E34689F8E1C4}" type="presParOf" srcId="{350FC3C9-D9B6-4C9A-9CC3-E3EDAC05AECC}" destId="{382A4A9D-7284-40CA-8736-999211F564D2}" srcOrd="2" destOrd="0" presId="urn:microsoft.com/office/officeart/2005/8/layout/orgChart1"/>
    <dgm:cxn modelId="{81AAF1BF-9FAE-4B91-A5D7-080BCB2B1271}" type="presParOf" srcId="{FF13D736-D2FC-4386-800A-24BD1B476CAD}" destId="{24CFBF03-E0B9-47FD-90C5-A52F99B5CF09}" srcOrd="10" destOrd="0" presId="urn:microsoft.com/office/officeart/2005/8/layout/orgChart1"/>
    <dgm:cxn modelId="{414C3E87-CAEA-4353-AAE4-D15833CF204B}" type="presParOf" srcId="{FF13D736-D2FC-4386-800A-24BD1B476CAD}" destId="{5EF5A402-551F-450E-B1C0-23396ABE3FC6}" srcOrd="11" destOrd="0" presId="urn:microsoft.com/office/officeart/2005/8/layout/orgChart1"/>
    <dgm:cxn modelId="{76067B3C-380F-4DF7-97F0-A7E777F8E227}" type="presParOf" srcId="{5EF5A402-551F-450E-B1C0-23396ABE3FC6}" destId="{E983F923-1C60-45DB-AD08-5C1A8DE0C4DB}" srcOrd="0" destOrd="0" presId="urn:microsoft.com/office/officeart/2005/8/layout/orgChart1"/>
    <dgm:cxn modelId="{B657F8EF-F11E-427C-824D-D87836E2F425}" type="presParOf" srcId="{E983F923-1C60-45DB-AD08-5C1A8DE0C4DB}" destId="{563CF620-1A43-4E74-8154-0EB1BABA0E82}" srcOrd="0" destOrd="0" presId="urn:microsoft.com/office/officeart/2005/8/layout/orgChart1"/>
    <dgm:cxn modelId="{673725CF-BDA0-4EBD-96D9-A0BE13EFB5ED}" type="presParOf" srcId="{E983F923-1C60-45DB-AD08-5C1A8DE0C4DB}" destId="{49A4AEEA-D6A1-4FDE-AFB1-B88C8EED2E9B}" srcOrd="1" destOrd="0" presId="urn:microsoft.com/office/officeart/2005/8/layout/orgChart1"/>
    <dgm:cxn modelId="{DB56E124-5E5B-4466-9FF3-E2C0DC1FD745}" type="presParOf" srcId="{5EF5A402-551F-450E-B1C0-23396ABE3FC6}" destId="{50D9F23B-AB11-47F6-ACC9-D0DF1EF4A756}" srcOrd="1" destOrd="0" presId="urn:microsoft.com/office/officeart/2005/8/layout/orgChart1"/>
    <dgm:cxn modelId="{FE64C3F7-BE59-4BD4-8DF6-2FDF78A6DDAE}" type="presParOf" srcId="{50D9F23B-AB11-47F6-ACC9-D0DF1EF4A756}" destId="{F27FE67B-649E-4434-A22B-4972F1D8E618}" srcOrd="0" destOrd="0" presId="urn:microsoft.com/office/officeart/2005/8/layout/orgChart1"/>
    <dgm:cxn modelId="{C8EA65CE-9488-4033-BE8D-EBFEE1B87E44}" type="presParOf" srcId="{50D9F23B-AB11-47F6-ACC9-D0DF1EF4A756}" destId="{575F17BA-577C-4B27-9EF5-8E484FD8A4ED}" srcOrd="1" destOrd="0" presId="urn:microsoft.com/office/officeart/2005/8/layout/orgChart1"/>
    <dgm:cxn modelId="{9FB0C621-6D9C-4626-97AA-036FEF5B6714}" type="presParOf" srcId="{575F17BA-577C-4B27-9EF5-8E484FD8A4ED}" destId="{117F223B-E037-434F-AF7F-1EA47017CA43}" srcOrd="0" destOrd="0" presId="urn:microsoft.com/office/officeart/2005/8/layout/orgChart1"/>
    <dgm:cxn modelId="{CEBF9FD1-1CAB-4917-A3E6-8577B0D2454B}" type="presParOf" srcId="{117F223B-E037-434F-AF7F-1EA47017CA43}" destId="{10F3B3B2-6481-4960-84AF-32BF2F1E10AA}" srcOrd="0" destOrd="0" presId="urn:microsoft.com/office/officeart/2005/8/layout/orgChart1"/>
    <dgm:cxn modelId="{71B8DC2E-8FA9-4219-9E1E-615748051294}" type="presParOf" srcId="{117F223B-E037-434F-AF7F-1EA47017CA43}" destId="{43D96F91-29BE-42C8-8A2D-3FCB87218397}" srcOrd="1" destOrd="0" presId="urn:microsoft.com/office/officeart/2005/8/layout/orgChart1"/>
    <dgm:cxn modelId="{E392F0F9-1694-4D3A-84C2-B11DF1AF0EAC}" type="presParOf" srcId="{575F17BA-577C-4B27-9EF5-8E484FD8A4ED}" destId="{6519DA37-64DD-46DF-98FF-0AA9FFF04D37}" srcOrd="1" destOrd="0" presId="urn:microsoft.com/office/officeart/2005/8/layout/orgChart1"/>
    <dgm:cxn modelId="{C037320C-64EA-4E64-A9BA-1A8BB0A89F0C}" type="presParOf" srcId="{575F17BA-577C-4B27-9EF5-8E484FD8A4ED}" destId="{D933BC17-7C70-4159-A507-F7BB1C39BB6A}" srcOrd="2" destOrd="0" presId="urn:microsoft.com/office/officeart/2005/8/layout/orgChart1"/>
    <dgm:cxn modelId="{8D37924E-BC46-4BFA-AD8C-3BA0993B9BDD}" type="presParOf" srcId="{50D9F23B-AB11-47F6-ACC9-D0DF1EF4A756}" destId="{523C8E0B-7A96-47D2-B9DD-5534A97D4040}" srcOrd="2" destOrd="0" presId="urn:microsoft.com/office/officeart/2005/8/layout/orgChart1"/>
    <dgm:cxn modelId="{7B464EB6-C3FB-4968-A8D7-9E291E14D734}" type="presParOf" srcId="{50D9F23B-AB11-47F6-ACC9-D0DF1EF4A756}" destId="{81860B50-7F07-4524-B6C0-8EC0A2B0C36C}" srcOrd="3" destOrd="0" presId="urn:microsoft.com/office/officeart/2005/8/layout/orgChart1"/>
    <dgm:cxn modelId="{E50277CD-DD1B-42A1-8711-64A95609F9D2}" type="presParOf" srcId="{81860B50-7F07-4524-B6C0-8EC0A2B0C36C}" destId="{C1B73D1E-D8C2-4963-A8D5-A5A64F52624D}" srcOrd="0" destOrd="0" presId="urn:microsoft.com/office/officeart/2005/8/layout/orgChart1"/>
    <dgm:cxn modelId="{E6BD0591-2FE8-4D81-A93B-AA5A197F25EF}" type="presParOf" srcId="{C1B73D1E-D8C2-4963-A8D5-A5A64F52624D}" destId="{7D274520-CAF9-4603-AE8D-E020CC719525}" srcOrd="0" destOrd="0" presId="urn:microsoft.com/office/officeart/2005/8/layout/orgChart1"/>
    <dgm:cxn modelId="{5DD2A468-E6FB-4EAC-AA2B-22C068492263}" type="presParOf" srcId="{C1B73D1E-D8C2-4963-A8D5-A5A64F52624D}" destId="{A48631F5-1062-4E5D-A5A0-ACBB4A6E385A}" srcOrd="1" destOrd="0" presId="urn:microsoft.com/office/officeart/2005/8/layout/orgChart1"/>
    <dgm:cxn modelId="{1C49597A-E519-43B8-8CB2-AEAB47911B7E}" type="presParOf" srcId="{81860B50-7F07-4524-B6C0-8EC0A2B0C36C}" destId="{F3EAE0C5-53BE-489D-8422-63AF2A5B94C9}" srcOrd="1" destOrd="0" presId="urn:microsoft.com/office/officeart/2005/8/layout/orgChart1"/>
    <dgm:cxn modelId="{E1F1CF8D-CF9A-4FF3-982B-487A629420F5}" type="presParOf" srcId="{81860B50-7F07-4524-B6C0-8EC0A2B0C36C}" destId="{3AD878DF-B0B6-49F6-A86D-FA78BDAE59B1}" srcOrd="2" destOrd="0" presId="urn:microsoft.com/office/officeart/2005/8/layout/orgChart1"/>
    <dgm:cxn modelId="{C718B827-D8A5-4375-BB25-2401D36721EB}" type="presParOf" srcId="{5EF5A402-551F-450E-B1C0-23396ABE3FC6}" destId="{1AF1F570-09E9-462B-904D-312A242D0B90}" srcOrd="2" destOrd="0" presId="urn:microsoft.com/office/officeart/2005/8/layout/orgChart1"/>
    <dgm:cxn modelId="{3F4C242F-C04B-41AD-855A-D71254177A5C}" type="presParOf" srcId="{728B77B9-47BD-4A2D-9721-A263629281FD}" destId="{0E3A8BB0-4E24-4369-B0B4-D301507F139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C8E0B-7A96-47D2-B9DD-5534A97D4040}">
      <dsp:nvSpPr>
        <dsp:cNvPr id="0" name=""/>
        <dsp:cNvSpPr/>
      </dsp:nvSpPr>
      <dsp:spPr>
        <a:xfrm>
          <a:off x="7329924" y="2584469"/>
          <a:ext cx="111323" cy="13910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1099"/>
              </a:lnTo>
              <a:lnTo>
                <a:pt x="111323" y="13910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7FE67B-649E-4434-A22B-4972F1D8E618}">
      <dsp:nvSpPr>
        <dsp:cNvPr id="0" name=""/>
        <dsp:cNvSpPr/>
      </dsp:nvSpPr>
      <dsp:spPr>
        <a:xfrm>
          <a:off x="7329924" y="2584469"/>
          <a:ext cx="111323" cy="546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6928"/>
              </a:lnTo>
              <a:lnTo>
                <a:pt x="111323" y="5469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FBF03-E0B9-47FD-90C5-A52F99B5CF09}">
      <dsp:nvSpPr>
        <dsp:cNvPr id="0" name=""/>
        <dsp:cNvSpPr/>
      </dsp:nvSpPr>
      <dsp:spPr>
        <a:xfrm>
          <a:off x="4308907" y="819996"/>
          <a:ext cx="3496605" cy="116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5143"/>
              </a:lnTo>
              <a:lnTo>
                <a:pt x="3496605" y="1045143"/>
              </a:lnTo>
              <a:lnTo>
                <a:pt x="3496605" y="11699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964DA-CF24-4EB4-8ADE-5EE2E981C97E}">
      <dsp:nvSpPr>
        <dsp:cNvPr id="0" name=""/>
        <dsp:cNvSpPr/>
      </dsp:nvSpPr>
      <dsp:spPr>
        <a:xfrm>
          <a:off x="4308907" y="819996"/>
          <a:ext cx="2057947" cy="116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5143"/>
              </a:lnTo>
              <a:lnTo>
                <a:pt x="2057947" y="1045143"/>
              </a:lnTo>
              <a:lnTo>
                <a:pt x="2057947" y="11699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C38FBC-49DE-4809-BC6D-19FFFF92E4C8}">
      <dsp:nvSpPr>
        <dsp:cNvPr id="0" name=""/>
        <dsp:cNvSpPr/>
      </dsp:nvSpPr>
      <dsp:spPr>
        <a:xfrm>
          <a:off x="4519558" y="2584469"/>
          <a:ext cx="111394" cy="546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6928"/>
              </a:lnTo>
              <a:lnTo>
                <a:pt x="111394" y="5469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1536E-AEC8-4CF9-84D0-400619D5E07C}">
      <dsp:nvSpPr>
        <dsp:cNvPr id="0" name=""/>
        <dsp:cNvSpPr/>
      </dsp:nvSpPr>
      <dsp:spPr>
        <a:xfrm>
          <a:off x="4308907" y="819996"/>
          <a:ext cx="686240" cy="116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5143"/>
              </a:lnTo>
              <a:lnTo>
                <a:pt x="686240" y="1045143"/>
              </a:lnTo>
              <a:lnTo>
                <a:pt x="686240" y="11699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ED4009-24FF-4347-903D-142BA52B8029}">
      <dsp:nvSpPr>
        <dsp:cNvPr id="0" name=""/>
        <dsp:cNvSpPr/>
      </dsp:nvSpPr>
      <dsp:spPr>
        <a:xfrm>
          <a:off x="3013948" y="2584469"/>
          <a:ext cx="186454" cy="2645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5532"/>
              </a:lnTo>
              <a:lnTo>
                <a:pt x="186454" y="26455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F1300A-690C-4592-A673-A98554451FB2}">
      <dsp:nvSpPr>
        <dsp:cNvPr id="0" name=""/>
        <dsp:cNvSpPr/>
      </dsp:nvSpPr>
      <dsp:spPr>
        <a:xfrm>
          <a:off x="3013948" y="2584469"/>
          <a:ext cx="186454" cy="19597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9726"/>
              </a:lnTo>
              <a:lnTo>
                <a:pt x="186454" y="1959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BB9FD-1313-4FB1-91FA-7896A96B37A1}">
      <dsp:nvSpPr>
        <dsp:cNvPr id="0" name=""/>
        <dsp:cNvSpPr/>
      </dsp:nvSpPr>
      <dsp:spPr>
        <a:xfrm>
          <a:off x="3013948" y="2584469"/>
          <a:ext cx="186454" cy="1273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3932"/>
              </a:lnTo>
              <a:lnTo>
                <a:pt x="186454" y="1273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2E608-8085-4402-9537-5DE2CBE0B7A2}">
      <dsp:nvSpPr>
        <dsp:cNvPr id="0" name=""/>
        <dsp:cNvSpPr/>
      </dsp:nvSpPr>
      <dsp:spPr>
        <a:xfrm>
          <a:off x="3013948" y="2584469"/>
          <a:ext cx="178346" cy="546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6928"/>
              </a:lnTo>
              <a:lnTo>
                <a:pt x="178346" y="5469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88B06-ECBF-4893-862E-DFB3031E756B}">
      <dsp:nvSpPr>
        <dsp:cNvPr id="0" name=""/>
        <dsp:cNvSpPr/>
      </dsp:nvSpPr>
      <dsp:spPr>
        <a:xfrm>
          <a:off x="3489538" y="819996"/>
          <a:ext cx="819369" cy="1169986"/>
        </a:xfrm>
        <a:custGeom>
          <a:avLst/>
          <a:gdLst/>
          <a:ahLst/>
          <a:cxnLst/>
          <a:rect l="0" t="0" r="0" b="0"/>
          <a:pathLst>
            <a:path>
              <a:moveTo>
                <a:pt x="819369" y="0"/>
              </a:moveTo>
              <a:lnTo>
                <a:pt x="819369" y="1045143"/>
              </a:lnTo>
              <a:lnTo>
                <a:pt x="0" y="1045143"/>
              </a:lnTo>
              <a:lnTo>
                <a:pt x="0" y="11699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E41AEC-AA79-4944-8642-F579C1B9CF9D}">
      <dsp:nvSpPr>
        <dsp:cNvPr id="0" name=""/>
        <dsp:cNvSpPr/>
      </dsp:nvSpPr>
      <dsp:spPr>
        <a:xfrm>
          <a:off x="1428226" y="2577656"/>
          <a:ext cx="149204" cy="22624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2421"/>
              </a:lnTo>
              <a:lnTo>
                <a:pt x="149204" y="226242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D6FA9-99CD-478B-95B9-854962250404}">
      <dsp:nvSpPr>
        <dsp:cNvPr id="0" name=""/>
        <dsp:cNvSpPr/>
      </dsp:nvSpPr>
      <dsp:spPr>
        <a:xfrm>
          <a:off x="1428226" y="2577656"/>
          <a:ext cx="149204" cy="1418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8249"/>
              </a:lnTo>
              <a:lnTo>
                <a:pt x="149204" y="141824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8EF93-0D8A-40D1-AE0E-265C5297E9B8}">
      <dsp:nvSpPr>
        <dsp:cNvPr id="0" name=""/>
        <dsp:cNvSpPr/>
      </dsp:nvSpPr>
      <dsp:spPr>
        <a:xfrm>
          <a:off x="1428226" y="2577656"/>
          <a:ext cx="149204" cy="574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4078"/>
              </a:lnTo>
              <a:lnTo>
                <a:pt x="149204" y="5740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939891-A6B8-422C-9C44-2F6D7A3601E3}">
      <dsp:nvSpPr>
        <dsp:cNvPr id="0" name=""/>
        <dsp:cNvSpPr/>
      </dsp:nvSpPr>
      <dsp:spPr>
        <a:xfrm>
          <a:off x="1903815" y="819996"/>
          <a:ext cx="2405092" cy="1163173"/>
        </a:xfrm>
        <a:custGeom>
          <a:avLst/>
          <a:gdLst/>
          <a:ahLst/>
          <a:cxnLst/>
          <a:rect l="0" t="0" r="0" b="0"/>
          <a:pathLst>
            <a:path>
              <a:moveTo>
                <a:pt x="2405092" y="0"/>
              </a:moveTo>
              <a:lnTo>
                <a:pt x="2405092" y="1038330"/>
              </a:lnTo>
              <a:lnTo>
                <a:pt x="0" y="1038330"/>
              </a:lnTo>
              <a:lnTo>
                <a:pt x="0" y="116317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5CF608-B064-4B90-8535-946DB71C19FF}">
      <dsp:nvSpPr>
        <dsp:cNvPr id="0" name=""/>
        <dsp:cNvSpPr/>
      </dsp:nvSpPr>
      <dsp:spPr>
        <a:xfrm>
          <a:off x="4263187" y="819996"/>
          <a:ext cx="91440" cy="2390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90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B056B-CC90-45AF-B7D9-7C2D64A4EB0B}">
      <dsp:nvSpPr>
        <dsp:cNvPr id="0" name=""/>
        <dsp:cNvSpPr/>
      </dsp:nvSpPr>
      <dsp:spPr>
        <a:xfrm>
          <a:off x="3714420" y="304802"/>
          <a:ext cx="1188973" cy="515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Board of Directors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(Rizzo – Chair)</a:t>
          </a:r>
          <a:endParaRPr lang="en-US" sz="1000" kern="1200" dirty="0"/>
        </a:p>
      </dsp:txBody>
      <dsp:txXfrm>
        <a:off x="3714420" y="304802"/>
        <a:ext cx="1188973" cy="515194"/>
      </dsp:txXfrm>
    </dsp:sp>
    <dsp:sp modelId="{71F64A9E-6F12-4F19-9F87-5E44A5B4EF9D}">
      <dsp:nvSpPr>
        <dsp:cNvPr id="0" name=""/>
        <dsp:cNvSpPr/>
      </dsp:nvSpPr>
      <dsp:spPr>
        <a:xfrm>
          <a:off x="3714420" y="1059093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Chief Executive Officer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(Open)</a:t>
          </a:r>
          <a:endParaRPr lang="en-US" sz="1000" kern="1200" dirty="0"/>
        </a:p>
      </dsp:txBody>
      <dsp:txXfrm>
        <a:off x="3714420" y="1059093"/>
        <a:ext cx="1188973" cy="594486"/>
      </dsp:txXfrm>
    </dsp:sp>
    <dsp:sp modelId="{36C2B532-B10C-4A36-9A40-75227B27D979}">
      <dsp:nvSpPr>
        <dsp:cNvPr id="0" name=""/>
        <dsp:cNvSpPr/>
      </dsp:nvSpPr>
      <dsp:spPr>
        <a:xfrm>
          <a:off x="1309328" y="1983169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President &amp; Chief Technology Officer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(Rizzo)</a:t>
          </a:r>
          <a:endParaRPr lang="en-US" sz="1000" kern="1200" dirty="0"/>
        </a:p>
      </dsp:txBody>
      <dsp:txXfrm>
        <a:off x="1309328" y="1983169"/>
        <a:ext cx="1188973" cy="594486"/>
      </dsp:txXfrm>
    </dsp:sp>
    <dsp:sp modelId="{F2F1D1FE-1C86-4388-B83D-1D00F0AAB06A}">
      <dsp:nvSpPr>
        <dsp:cNvPr id="0" name=""/>
        <dsp:cNvSpPr/>
      </dsp:nvSpPr>
      <dsp:spPr>
        <a:xfrm>
          <a:off x="1577430" y="2854491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Software Engineering</a:t>
          </a:r>
          <a:br>
            <a:rPr lang="en-US" sz="1000" kern="1200" dirty="0" smtClean="0"/>
          </a:br>
          <a:r>
            <a:rPr lang="en-US" sz="1000" kern="1200" dirty="0" smtClean="0"/>
            <a:t>(Kurth, Cullinan)</a:t>
          </a:r>
        </a:p>
      </dsp:txBody>
      <dsp:txXfrm>
        <a:off x="1577430" y="2854491"/>
        <a:ext cx="1188973" cy="594486"/>
      </dsp:txXfrm>
    </dsp:sp>
    <dsp:sp modelId="{6B0A8BAD-C01D-4C69-9DE3-CE4910221262}">
      <dsp:nvSpPr>
        <dsp:cNvPr id="0" name=""/>
        <dsp:cNvSpPr/>
      </dsp:nvSpPr>
      <dsp:spPr>
        <a:xfrm>
          <a:off x="1577430" y="369866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Hardware Engineering &amp; Contracted Services</a:t>
          </a:r>
          <a:br>
            <a:rPr lang="en-US" sz="1000" kern="1200" dirty="0" smtClean="0"/>
          </a:br>
          <a:r>
            <a:rPr lang="en-US" sz="1000" kern="1200" dirty="0" smtClean="0"/>
            <a:t>(D. Miller)</a:t>
          </a:r>
          <a:endParaRPr lang="en-US" sz="1000" kern="1200" dirty="0"/>
        </a:p>
      </dsp:txBody>
      <dsp:txXfrm>
        <a:off x="1577430" y="3698662"/>
        <a:ext cx="1188973" cy="594486"/>
      </dsp:txXfrm>
    </dsp:sp>
    <dsp:sp modelId="{CE61E04C-64FE-4AB7-85F0-A13D862FC853}">
      <dsp:nvSpPr>
        <dsp:cNvPr id="0" name=""/>
        <dsp:cNvSpPr/>
      </dsp:nvSpPr>
      <dsp:spPr>
        <a:xfrm>
          <a:off x="1577430" y="4542834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Clinical Affairs &amp; NAMSA</a:t>
          </a:r>
          <a:br>
            <a:rPr lang="en-US" sz="1000" kern="1200" dirty="0" smtClean="0"/>
          </a:br>
          <a:r>
            <a:rPr lang="en-US" sz="1000" kern="1200" dirty="0" smtClean="0"/>
            <a:t>(Schroeder)</a:t>
          </a:r>
          <a:endParaRPr lang="en-US" sz="1000" kern="1200" dirty="0"/>
        </a:p>
      </dsp:txBody>
      <dsp:txXfrm>
        <a:off x="1577430" y="4542834"/>
        <a:ext cx="1188973" cy="594486"/>
      </dsp:txXfrm>
    </dsp:sp>
    <dsp:sp modelId="{5F6FFFB8-C4D3-4C1F-BC18-2D04394BDAB3}">
      <dsp:nvSpPr>
        <dsp:cNvPr id="0" name=""/>
        <dsp:cNvSpPr/>
      </dsp:nvSpPr>
      <dsp:spPr>
        <a:xfrm>
          <a:off x="2895051" y="198998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Operations Director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(Ayres)</a:t>
          </a:r>
          <a:endParaRPr lang="en-US" sz="1000" kern="1200" dirty="0"/>
        </a:p>
      </dsp:txBody>
      <dsp:txXfrm>
        <a:off x="2895051" y="1989982"/>
        <a:ext cx="1188973" cy="594486"/>
      </dsp:txXfrm>
    </dsp:sp>
    <dsp:sp modelId="{4B267AE2-0173-47E0-84B6-91973E17B67B}">
      <dsp:nvSpPr>
        <dsp:cNvPr id="0" name=""/>
        <dsp:cNvSpPr/>
      </dsp:nvSpPr>
      <dsp:spPr>
        <a:xfrm>
          <a:off x="3192294" y="2834153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Human Resources</a:t>
          </a:r>
          <a:endParaRPr lang="en-US" sz="1000" kern="1200" dirty="0"/>
        </a:p>
      </dsp:txBody>
      <dsp:txXfrm>
        <a:off x="3192294" y="2834153"/>
        <a:ext cx="1188973" cy="594486"/>
      </dsp:txXfrm>
    </dsp:sp>
    <dsp:sp modelId="{68781E1A-ACAA-44CC-B646-53042A549045}">
      <dsp:nvSpPr>
        <dsp:cNvPr id="0" name=""/>
        <dsp:cNvSpPr/>
      </dsp:nvSpPr>
      <dsp:spPr>
        <a:xfrm>
          <a:off x="3200403" y="3561157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Office Administration</a:t>
          </a:r>
          <a:br>
            <a:rPr lang="en-US" sz="1000" kern="1200" dirty="0" smtClean="0"/>
          </a:br>
          <a:endParaRPr lang="en-US" sz="1000" kern="1200" dirty="0"/>
        </a:p>
      </dsp:txBody>
      <dsp:txXfrm>
        <a:off x="3200403" y="3561157"/>
        <a:ext cx="1188973" cy="594486"/>
      </dsp:txXfrm>
    </dsp:sp>
    <dsp:sp modelId="{325EE73C-602F-4102-A047-065EE2793852}">
      <dsp:nvSpPr>
        <dsp:cNvPr id="0" name=""/>
        <dsp:cNvSpPr/>
      </dsp:nvSpPr>
      <dsp:spPr>
        <a:xfrm>
          <a:off x="3200403" y="424695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Financial Services </a:t>
          </a:r>
          <a:br>
            <a:rPr lang="en-US" sz="1000" kern="1200" dirty="0" smtClean="0"/>
          </a:br>
          <a:r>
            <a:rPr lang="en-US" sz="1000" kern="1200" dirty="0" smtClean="0"/>
            <a:t>(Contracted)</a:t>
          </a:r>
          <a:endParaRPr lang="en-US" sz="1000" kern="1200" dirty="0"/>
        </a:p>
      </dsp:txBody>
      <dsp:txXfrm>
        <a:off x="3200403" y="4246952"/>
        <a:ext cx="1188973" cy="594486"/>
      </dsp:txXfrm>
    </dsp:sp>
    <dsp:sp modelId="{C581D863-F0B7-46A9-8911-CBB373C8BADB}">
      <dsp:nvSpPr>
        <dsp:cNvPr id="0" name=""/>
        <dsp:cNvSpPr/>
      </dsp:nvSpPr>
      <dsp:spPr>
        <a:xfrm>
          <a:off x="3200403" y="4932758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Purchasing &amp; Vendor Relationships (Contracted Services)</a:t>
          </a:r>
          <a:endParaRPr lang="en-US" sz="1000" kern="1200" dirty="0"/>
        </a:p>
      </dsp:txBody>
      <dsp:txXfrm>
        <a:off x="3200403" y="4932758"/>
        <a:ext cx="1188973" cy="594486"/>
      </dsp:txXfrm>
    </dsp:sp>
    <dsp:sp modelId="{6DAEC45A-86E5-497E-B883-F53CE996B048}">
      <dsp:nvSpPr>
        <dsp:cNvPr id="0" name=""/>
        <dsp:cNvSpPr/>
      </dsp:nvSpPr>
      <dsp:spPr>
        <a:xfrm>
          <a:off x="4400660" y="198998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Head of Regulatory Affairs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(Open)</a:t>
          </a:r>
          <a:endParaRPr lang="en-US" sz="1000" kern="1200" dirty="0"/>
        </a:p>
      </dsp:txBody>
      <dsp:txXfrm>
        <a:off x="4400660" y="1989982"/>
        <a:ext cx="1188973" cy="594486"/>
      </dsp:txXfrm>
    </dsp:sp>
    <dsp:sp modelId="{DFEA2526-888E-4CAA-BFB4-A8D43880FB2A}">
      <dsp:nvSpPr>
        <dsp:cNvPr id="0" name=""/>
        <dsp:cNvSpPr/>
      </dsp:nvSpPr>
      <dsp:spPr>
        <a:xfrm>
          <a:off x="4630953" y="2834153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Regulatory</a:t>
          </a:r>
          <a:br>
            <a:rPr lang="en-US" sz="1000" kern="1200" dirty="0" smtClean="0"/>
          </a:br>
          <a:r>
            <a:rPr lang="en-US" sz="1000" kern="1200" dirty="0" smtClean="0"/>
            <a:t> Contracted Services</a:t>
          </a:r>
          <a:br>
            <a:rPr lang="en-US" sz="1000" kern="1200" dirty="0" smtClean="0"/>
          </a:br>
          <a:r>
            <a:rPr lang="en-US" sz="1000" kern="1200" dirty="0" smtClean="0"/>
            <a:t>(Duval)</a:t>
          </a:r>
          <a:endParaRPr lang="en-US" sz="1000" kern="1200" dirty="0"/>
        </a:p>
      </dsp:txBody>
      <dsp:txXfrm>
        <a:off x="4630953" y="2834153"/>
        <a:ext cx="1188973" cy="594486"/>
      </dsp:txXfrm>
    </dsp:sp>
    <dsp:sp modelId="{E64467A6-F901-41E5-8519-D5FC22A3F22C}">
      <dsp:nvSpPr>
        <dsp:cNvPr id="0" name=""/>
        <dsp:cNvSpPr/>
      </dsp:nvSpPr>
      <dsp:spPr>
        <a:xfrm>
          <a:off x="5772368" y="198998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Quality Assurance Director</a:t>
          </a:r>
          <a:br>
            <a:rPr lang="en-US" sz="1000" kern="1200" dirty="0" smtClean="0"/>
          </a:br>
          <a:r>
            <a:rPr lang="en-US" sz="1000" kern="1200" dirty="0" smtClean="0"/>
            <a:t>(A. Miller)</a:t>
          </a:r>
          <a:endParaRPr lang="en-US" sz="1000" kern="1200" dirty="0"/>
        </a:p>
      </dsp:txBody>
      <dsp:txXfrm>
        <a:off x="5772368" y="1989982"/>
        <a:ext cx="1188973" cy="594486"/>
      </dsp:txXfrm>
    </dsp:sp>
    <dsp:sp modelId="{563CF620-1A43-4E74-8154-0EB1BABA0E82}">
      <dsp:nvSpPr>
        <dsp:cNvPr id="0" name=""/>
        <dsp:cNvSpPr/>
      </dsp:nvSpPr>
      <dsp:spPr>
        <a:xfrm>
          <a:off x="7211026" y="1989982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Chief Financial Officer</a:t>
          </a:r>
          <a:br>
            <a:rPr lang="en-US" sz="1000" kern="1200" dirty="0" smtClean="0"/>
          </a:br>
          <a:r>
            <a:rPr lang="en-US" sz="1000" kern="1200" dirty="0" smtClean="0"/>
            <a:t>(Open)</a:t>
          </a:r>
          <a:endParaRPr lang="en-US" sz="1000" kern="1200" dirty="0"/>
        </a:p>
      </dsp:txBody>
      <dsp:txXfrm>
        <a:off x="7211026" y="1989982"/>
        <a:ext cx="1188973" cy="594486"/>
      </dsp:txXfrm>
    </dsp:sp>
    <dsp:sp modelId="{10F3B3B2-6481-4960-84AF-32BF2F1E10AA}">
      <dsp:nvSpPr>
        <dsp:cNvPr id="0" name=""/>
        <dsp:cNvSpPr/>
      </dsp:nvSpPr>
      <dsp:spPr>
        <a:xfrm>
          <a:off x="7441247" y="2834153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Financial Planning &amp; Analysis</a:t>
          </a:r>
          <a:endParaRPr lang="en-US" sz="1000" kern="1200" dirty="0"/>
        </a:p>
      </dsp:txBody>
      <dsp:txXfrm>
        <a:off x="7441247" y="2834153"/>
        <a:ext cx="1188973" cy="594486"/>
      </dsp:txXfrm>
    </dsp:sp>
    <dsp:sp modelId="{7D274520-CAF9-4603-AE8D-E020CC719525}">
      <dsp:nvSpPr>
        <dsp:cNvPr id="0" name=""/>
        <dsp:cNvSpPr/>
      </dsp:nvSpPr>
      <dsp:spPr>
        <a:xfrm>
          <a:off x="7441247" y="3678325"/>
          <a:ext cx="1188973" cy="594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Investor Relations</a:t>
          </a:r>
          <a:endParaRPr lang="en-US" sz="1000" kern="1200" dirty="0"/>
        </a:p>
      </dsp:txBody>
      <dsp:txXfrm>
        <a:off x="7441247" y="3678325"/>
        <a:ext cx="1188973" cy="594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038475" cy="462120"/>
          </a:xfrm>
          <a:prstGeom prst="rect">
            <a:avLst/>
          </a:prstGeom>
        </p:spPr>
        <p:txBody>
          <a:bodyPr vert="horz" lIns="90570" tIns="45285" rIns="90570" bIns="452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1" y="2"/>
            <a:ext cx="3038475" cy="462120"/>
          </a:xfrm>
          <a:prstGeom prst="rect">
            <a:avLst/>
          </a:prstGeom>
        </p:spPr>
        <p:txBody>
          <a:bodyPr vert="horz" lIns="90570" tIns="45285" rIns="90570" bIns="45285" rtlCol="0"/>
          <a:lstStyle>
            <a:lvl1pPr algn="r">
              <a:defRPr sz="1200"/>
            </a:lvl1pPr>
          </a:lstStyle>
          <a:p>
            <a:fld id="{E87FADD5-5DE8-4737-90A3-81C3D3308CA4}" type="datetimeFigureOut">
              <a:rPr lang="en-US" smtClean="0"/>
              <a:pPr/>
              <a:t>5/2/2013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772379"/>
            <a:ext cx="3038475" cy="462120"/>
          </a:xfrm>
          <a:prstGeom prst="rect">
            <a:avLst/>
          </a:prstGeom>
        </p:spPr>
        <p:txBody>
          <a:bodyPr vert="horz" lIns="90570" tIns="45285" rIns="90570" bIns="452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1" y="8772379"/>
            <a:ext cx="3038475" cy="462120"/>
          </a:xfrm>
          <a:prstGeom prst="rect">
            <a:avLst/>
          </a:prstGeom>
        </p:spPr>
        <p:txBody>
          <a:bodyPr vert="horz" lIns="90570" tIns="45285" rIns="90570" bIns="45285" rtlCol="0" anchor="b"/>
          <a:lstStyle>
            <a:lvl1pPr algn="r">
              <a:defRPr sz="1200"/>
            </a:lvl1pPr>
          </a:lstStyle>
          <a:p>
            <a:fld id="{0F41549C-FE03-4757-9616-54C5CCBE09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08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3038475" cy="461964"/>
          </a:xfrm>
          <a:prstGeom prst="rect">
            <a:avLst/>
          </a:prstGeom>
        </p:spPr>
        <p:txBody>
          <a:bodyPr vert="horz" lIns="90570" tIns="45285" rIns="90570" bIns="4528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42" y="2"/>
            <a:ext cx="3038475" cy="461964"/>
          </a:xfrm>
          <a:prstGeom prst="rect">
            <a:avLst/>
          </a:prstGeom>
        </p:spPr>
        <p:txBody>
          <a:bodyPr vert="horz" lIns="90570" tIns="45285" rIns="90570" bIns="4528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C4AAD36-C57B-49A9-9B5E-CE49D3D48676}" type="datetimeFigureOut">
              <a:rPr lang="en-US"/>
              <a:pPr>
                <a:defRPr/>
              </a:pPr>
              <a:t>5/2/2013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92150"/>
            <a:ext cx="4616450" cy="3462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70" tIns="45285" rIns="90570" bIns="45285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6" y="4387853"/>
            <a:ext cx="5607050" cy="4156075"/>
          </a:xfrm>
          <a:prstGeom prst="rect">
            <a:avLst/>
          </a:prstGeom>
        </p:spPr>
        <p:txBody>
          <a:bodyPr vert="horz" lIns="90570" tIns="45285" rIns="90570" bIns="45285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8772527"/>
            <a:ext cx="3038475" cy="461964"/>
          </a:xfrm>
          <a:prstGeom prst="rect">
            <a:avLst/>
          </a:prstGeom>
        </p:spPr>
        <p:txBody>
          <a:bodyPr vert="horz" lIns="90570" tIns="45285" rIns="90570" bIns="4528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42" y="8772527"/>
            <a:ext cx="3038475" cy="461964"/>
          </a:xfrm>
          <a:prstGeom prst="rect">
            <a:avLst/>
          </a:prstGeom>
        </p:spPr>
        <p:txBody>
          <a:bodyPr vert="horz" lIns="90570" tIns="45285" rIns="90570" bIns="4528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947AD80-BF0A-4BE3-BABB-A4BFEB659F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0094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6553200" y="6629400"/>
            <a:ext cx="21336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40386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40386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4040188" cy="6095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5599"/>
            <a:ext cx="4040188" cy="3230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133600"/>
            <a:ext cx="4041775" cy="6095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895599"/>
            <a:ext cx="4041775" cy="3230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3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05000"/>
            <a:ext cx="3008313" cy="4221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066800"/>
            <a:ext cx="5486400" cy="3657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1371600" y="0"/>
            <a:ext cx="7543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179638"/>
            <a:ext cx="8229600" cy="391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3076" name="Picture 6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397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ADBA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381000" y="6638925"/>
            <a:ext cx="2286000" cy="2127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EPIC Research &amp; Diagnostics, Inc.</a:t>
            </a:r>
            <a:endParaRPr lang="en-US" dirty="0"/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3124200" y="6657975"/>
            <a:ext cx="2895600" cy="2000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Confidential and Proprietary</a:t>
            </a:r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7467600" y="6592888"/>
            <a:ext cx="1905000" cy="3016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2AC54A5-F2CF-4BA0-BA61-DD9ED8F5E237}" type="slidenum">
              <a:rPr lang="en-US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25400" cmpd="sng">
            <a:solidFill>
              <a:srgbClr val="AF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0" y="6629400"/>
            <a:ext cx="9144000" cy="0"/>
          </a:xfrm>
          <a:prstGeom prst="line">
            <a:avLst/>
          </a:prstGeom>
          <a:ln w="25400">
            <a:solidFill>
              <a:srgbClr val="AF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2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BBB59"/>
        </a:buClr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BBB59"/>
        </a:buClr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BBB59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BBB59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BBB59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412749"/>
              </p:ext>
            </p:extLst>
          </p:nvPr>
        </p:nvGraphicFramePr>
        <p:xfrm>
          <a:off x="228600" y="762000"/>
          <a:ext cx="8686800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75581"/>
      </p:ext>
    </p:extLst>
  </p:cSld>
  <p:clrMapOvr>
    <a:masterClrMapping/>
  </p:clrMapOvr>
</p:sld>
</file>

<file path=ppt/theme/theme1.xml><?xml version="1.0" encoding="utf-8"?>
<a:theme xmlns:a="http://schemas.openxmlformats.org/drawingml/2006/main" name="Epic Basic Template 3.15.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Epic Basic Template 3.15.11</Template>
  <TotalTime>4378</TotalTime>
  <Words>74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Epic Basic Template 3.15.11</vt:lpstr>
      <vt:lpstr>Current Structure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Ayres</dc:creator>
  <cp:lastModifiedBy>Jan Ayres</cp:lastModifiedBy>
  <cp:revision>199</cp:revision>
  <cp:lastPrinted>2013-05-02T20:35:25Z</cp:lastPrinted>
  <dcterms:created xsi:type="dcterms:W3CDTF">2011-03-16T21:09:50Z</dcterms:created>
  <dcterms:modified xsi:type="dcterms:W3CDTF">2013-05-02T20:36:16Z</dcterms:modified>
</cp:coreProperties>
</file>